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94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FFFFFF"/>
                </a:solidFill>
                <a:latin typeface="Cambria"/>
              </a:defRPr>
            </a:pPr>
            <a:r>
              <a:rPr lang="en-US" sz="1300" b="0" i="0" u="none" strike="noStrike">
                <a:solidFill>
                  <a:srgbClr val="FFFFFF"/>
                </a:solidFill>
                <a:latin typeface="Cambria"/>
              </a:rPr>
              <a:t>Whoever is out of power is angry</a:t>
            </a:r>
          </a:p>
        </c:rich>
      </c:tx>
      <c:overlay val="0"/>
    </c:title>
    <c:autoTitleDeleted val="0"/>
    <c:plotArea>
      <c:layout/>
      <c:lineChart>
        <c:grouping val="standard"/>
        <c:varyColors val="0"/>
        <c:ser>
          <c:idx val="0"/>
          <c:order val="0"/>
          <c:tx>
            <c:strRef>
              <c:f>Sheet1!$B$1</c:f>
              <c:strCache>
                <c:ptCount val="1"/>
                <c:pt idx="0">
                  <c:v>Democrats</c:v>
                </c:pt>
              </c:strCache>
            </c:strRef>
          </c:tx>
          <c:spPr>
            <a:ln w="38100" cap="flat">
              <a:solidFill>
                <a:srgbClr val="8FC0FF"/>
              </a:solidFill>
              <a:prstDash val="solid"/>
              <a:round/>
            </a:ln>
            <a:effectLst/>
          </c:spPr>
          <c:marker>
            <c:symbol val="circle"/>
            <c:size val="6"/>
            <c:spPr>
              <a:solidFill>
                <a:srgbClr val="8FC0FF"/>
              </a:solidFill>
              <a:ln w="9525" cap="flat">
                <a:solidFill>
                  <a:srgbClr val="8FC0FF"/>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Sheet1!$B$2:$B$17</c:f>
              <c:numCache>
                <c:formatCode>General</c:formatCode>
                <c:ptCount val="16"/>
                <c:pt idx="0">
                  <c:v>0.20680000000000001</c:v>
                </c:pt>
                <c:pt idx="1">
                  <c:v>0.1734</c:v>
                </c:pt>
                <c:pt idx="2">
                  <c:v>0.17829999999999999</c:v>
                </c:pt>
                <c:pt idx="3">
                  <c:v>0.1449</c:v>
                </c:pt>
                <c:pt idx="4">
                  <c:v>0.1613</c:v>
                </c:pt>
                <c:pt idx="5">
                  <c:v>0.1988</c:v>
                </c:pt>
                <c:pt idx="6">
                  <c:v>0.37630000000000002</c:v>
                </c:pt>
                <c:pt idx="7">
                  <c:v>0.37540000000000001</c:v>
                </c:pt>
                <c:pt idx="8">
                  <c:v>0.33110000000000001</c:v>
                </c:pt>
                <c:pt idx="9">
                  <c:v>0.29630000000000001</c:v>
                </c:pt>
                <c:pt idx="10">
                  <c:v>0.22109999999999999</c:v>
                </c:pt>
                <c:pt idx="11">
                  <c:v>0.2487</c:v>
                </c:pt>
                <c:pt idx="12">
                  <c:v>0.28549999999999998</c:v>
                </c:pt>
                <c:pt idx="13">
                  <c:v>0.24979999999999999</c:v>
                </c:pt>
                <c:pt idx="14">
                  <c:v>0.51119999999999999</c:v>
                </c:pt>
                <c:pt idx="15">
                  <c:v>0.47620000000000001</c:v>
                </c:pt>
              </c:numCache>
            </c:numRef>
          </c:val>
          <c:smooth val="0"/>
          <c:extLst>
            <c:ext xmlns:c16="http://schemas.microsoft.com/office/drawing/2014/chart" uri="{C3380CC4-5D6E-409C-BE32-E72D297353CC}">
              <c16:uniqueId val="{00000000-5373-4ACB-ABE1-C59C74D9B5B1}"/>
            </c:ext>
          </c:extLst>
        </c:ser>
        <c:ser>
          <c:idx val="1"/>
          <c:order val="1"/>
          <c:tx>
            <c:strRef>
              <c:f>Sheet1!$C$1</c:f>
              <c:strCache>
                <c:ptCount val="1"/>
                <c:pt idx="0">
                  <c:v>Republicans</c:v>
                </c:pt>
              </c:strCache>
            </c:strRef>
          </c:tx>
          <c:spPr>
            <a:ln w="38100" cap="flat">
              <a:solidFill>
                <a:srgbClr val="FF8A86"/>
              </a:solidFill>
              <a:prstDash val="solid"/>
              <a:round/>
            </a:ln>
            <a:effectLst/>
          </c:spPr>
          <c:marker>
            <c:symbol val="circle"/>
            <c:size val="6"/>
            <c:spPr>
              <a:solidFill>
                <a:srgbClr val="FF8A86"/>
              </a:solidFill>
              <a:ln w="9525" cap="flat">
                <a:solidFill>
                  <a:srgbClr val="FF8A86"/>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Sheet1!$C$2:$C$17</c:f>
              <c:numCache>
                <c:formatCode>General</c:formatCode>
                <c:ptCount val="16"/>
                <c:pt idx="0">
                  <c:v>0.193</c:v>
                </c:pt>
                <c:pt idx="1">
                  <c:v>0.20780000000000001</c:v>
                </c:pt>
                <c:pt idx="2">
                  <c:v>0.23130000000000001</c:v>
                </c:pt>
                <c:pt idx="3">
                  <c:v>0.19359999999999999</c:v>
                </c:pt>
                <c:pt idx="4">
                  <c:v>0.17080000000000001</c:v>
                </c:pt>
                <c:pt idx="5">
                  <c:v>0.1575</c:v>
                </c:pt>
                <c:pt idx="6">
                  <c:v>0.13619999999999999</c:v>
                </c:pt>
                <c:pt idx="7">
                  <c:v>0.14779999999999999</c:v>
                </c:pt>
                <c:pt idx="8">
                  <c:v>0.25869999999999999</c:v>
                </c:pt>
                <c:pt idx="9">
                  <c:v>0.26669999999999999</c:v>
                </c:pt>
                <c:pt idx="10">
                  <c:v>0.40910000000000002</c:v>
                </c:pt>
                <c:pt idx="11">
                  <c:v>0.43230000000000002</c:v>
                </c:pt>
                <c:pt idx="12">
                  <c:v>0.4088</c:v>
                </c:pt>
                <c:pt idx="13">
                  <c:v>0.41170000000000001</c:v>
                </c:pt>
                <c:pt idx="14">
                  <c:v>0.3649</c:v>
                </c:pt>
                <c:pt idx="15">
                  <c:v>0.32619999999999999</c:v>
                </c:pt>
              </c:numCache>
            </c:numRef>
          </c:val>
          <c:smooth val="0"/>
          <c:extLst>
            <c:ext xmlns:c16="http://schemas.microsoft.com/office/drawing/2014/chart" uri="{C3380CC4-5D6E-409C-BE32-E72D297353CC}">
              <c16:uniqueId val="{00000001-5373-4ACB-ABE1-C59C74D9B5B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DFE3EC"/>
                </a:solidFill>
                <a:latin typeface="Calibri"/>
              </a:defRPr>
            </a:pPr>
            <a:endParaRPr lang="en-US"/>
          </a:p>
        </c:txPr>
        <c:crossAx val="2094734552"/>
        <c:crosses val="autoZero"/>
        <c:auto val="1"/>
        <c:lblAlgn val="ctr"/>
        <c:lblOffset val="100"/>
        <c:noMultiLvlLbl val="1"/>
      </c:catAx>
      <c:valAx>
        <c:axId val="2094734552"/>
        <c:scaling>
          <c:orientation val="minMax"/>
          <c:max val="0.55000000000000004"/>
          <c:min val="0.1"/>
        </c:scaling>
        <c:delete val="0"/>
        <c:axPos val="l"/>
        <c:majorGridlines>
          <c:spPr>
            <a:ln w="6350" cap="flat">
              <a:solidFill>
                <a:srgbClr val="8C97B3"/>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DFE3EC"/>
                </a:solidFill>
                <a:latin typeface="Calibri"/>
              </a:defRPr>
            </a:pPr>
            <a:endParaRPr lang="en-US"/>
          </a:p>
        </c:txPr>
        <c:crossAx val="2094734554"/>
        <c:crosses val="autoZero"/>
        <c:crossBetween val="between"/>
        <c:majorUnit val="0.1"/>
      </c:valAx>
      <c:spPr>
        <a:noFill/>
        <a:ln>
          <a:noFill/>
        </a:ln>
        <a:effectLst/>
      </c:spPr>
    </c:plotArea>
    <c:legend>
      <c:legendPos val="t"/>
      <c:overlay val="0"/>
      <c:txPr>
        <a:bodyPr/>
        <a:lstStyle/>
        <a:p>
          <a:pPr>
            <a:defRPr sz="1000">
              <a:solidFill>
                <a:srgbClr val="FFFFF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2514E"/>
                </a:solidFill>
                <a:latin typeface="Calibri"/>
              </a:defRPr>
            </a:pPr>
            <a:r>
              <a:rPr lang="en-US" sz="1200" b="0" i="0" u="none" strike="noStrike">
                <a:solidFill>
                  <a:srgbClr val="52514E"/>
                </a:solidFill>
                <a:latin typeface="Calibri"/>
              </a:rPr>
              <a:t>Mean anger score per tweet, by year</a:t>
            </a:r>
          </a:p>
        </c:rich>
      </c:tx>
      <c:overlay val="0"/>
    </c:title>
    <c:autoTitleDeleted val="0"/>
    <c:plotArea>
      <c:layout/>
      <c:lineChart>
        <c:grouping val="standard"/>
        <c:varyColors val="0"/>
        <c:ser>
          <c:idx val="0"/>
          <c:order val="0"/>
          <c:tx>
            <c:strRef>
              <c:f>Sheet1!$B$1</c:f>
              <c:strCache>
                <c:ptCount val="1"/>
                <c:pt idx="0">
                  <c:v>Democrats</c:v>
                </c:pt>
              </c:strCache>
            </c:strRef>
          </c:tx>
          <c:spPr>
            <a:ln w="31750" cap="flat">
              <a:solidFill>
                <a:srgbClr val="2A78D6"/>
              </a:solidFill>
              <a:prstDash val="solid"/>
              <a:round/>
            </a:ln>
            <a:effectLst/>
          </c:spPr>
          <c:marker>
            <c:symbol val="circle"/>
            <c:size val="6"/>
            <c:spPr>
              <a:solidFill>
                <a:srgbClr val="2A78D6"/>
              </a:solidFill>
              <a:ln w="9525" cap="flat">
                <a:solidFill>
                  <a:srgbClr val="2A78D6"/>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Sheet1!$B$2:$B$17</c:f>
              <c:numCache>
                <c:formatCode>General</c:formatCode>
                <c:ptCount val="16"/>
                <c:pt idx="0">
                  <c:v>0.20680000000000001</c:v>
                </c:pt>
                <c:pt idx="1">
                  <c:v>0.1734</c:v>
                </c:pt>
                <c:pt idx="2">
                  <c:v>0.17829999999999999</c:v>
                </c:pt>
                <c:pt idx="3">
                  <c:v>0.1449</c:v>
                </c:pt>
                <c:pt idx="4">
                  <c:v>0.1613</c:v>
                </c:pt>
                <c:pt idx="5">
                  <c:v>0.1988</c:v>
                </c:pt>
                <c:pt idx="6">
                  <c:v>0.37630000000000002</c:v>
                </c:pt>
                <c:pt idx="7">
                  <c:v>0.37540000000000001</c:v>
                </c:pt>
                <c:pt idx="8">
                  <c:v>0.33110000000000001</c:v>
                </c:pt>
                <c:pt idx="9">
                  <c:v>0.29630000000000001</c:v>
                </c:pt>
                <c:pt idx="10">
                  <c:v>0.22109999999999999</c:v>
                </c:pt>
                <c:pt idx="11">
                  <c:v>0.2487</c:v>
                </c:pt>
                <c:pt idx="12">
                  <c:v>0.28549999999999998</c:v>
                </c:pt>
                <c:pt idx="13">
                  <c:v>0.24979999999999999</c:v>
                </c:pt>
                <c:pt idx="14">
                  <c:v>0.51119999999999999</c:v>
                </c:pt>
                <c:pt idx="15">
                  <c:v>0.47620000000000001</c:v>
                </c:pt>
              </c:numCache>
            </c:numRef>
          </c:val>
          <c:smooth val="0"/>
          <c:extLst>
            <c:ext xmlns:c16="http://schemas.microsoft.com/office/drawing/2014/chart" uri="{C3380CC4-5D6E-409C-BE32-E72D297353CC}">
              <c16:uniqueId val="{00000000-4AC0-4B34-B10A-C2B650BFE610}"/>
            </c:ext>
          </c:extLst>
        </c:ser>
        <c:ser>
          <c:idx val="1"/>
          <c:order val="1"/>
          <c:tx>
            <c:strRef>
              <c:f>Sheet1!$C$1</c:f>
              <c:strCache>
                <c:ptCount val="1"/>
                <c:pt idx="0">
                  <c:v>Republicans</c:v>
                </c:pt>
              </c:strCache>
            </c:strRef>
          </c:tx>
          <c:spPr>
            <a:ln w="31750" cap="flat">
              <a:solidFill>
                <a:srgbClr val="E34948"/>
              </a:solidFill>
              <a:prstDash val="solid"/>
              <a:round/>
            </a:ln>
            <a:effectLst/>
          </c:spPr>
          <c:marker>
            <c:symbol val="circle"/>
            <c:size val="6"/>
            <c:spPr>
              <a:solidFill>
                <a:srgbClr val="E34948"/>
              </a:solidFill>
              <a:ln w="9525" cap="flat">
                <a:solidFill>
                  <a:srgbClr val="E34948"/>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Sheet1!$C$2:$C$17</c:f>
              <c:numCache>
                <c:formatCode>General</c:formatCode>
                <c:ptCount val="16"/>
                <c:pt idx="0">
                  <c:v>0.193</c:v>
                </c:pt>
                <c:pt idx="1">
                  <c:v>0.20780000000000001</c:v>
                </c:pt>
                <c:pt idx="2">
                  <c:v>0.23130000000000001</c:v>
                </c:pt>
                <c:pt idx="3">
                  <c:v>0.19359999999999999</c:v>
                </c:pt>
                <c:pt idx="4">
                  <c:v>0.17080000000000001</c:v>
                </c:pt>
                <c:pt idx="5">
                  <c:v>0.1575</c:v>
                </c:pt>
                <c:pt idx="6">
                  <c:v>0.13619999999999999</c:v>
                </c:pt>
                <c:pt idx="7">
                  <c:v>0.14779999999999999</c:v>
                </c:pt>
                <c:pt idx="8">
                  <c:v>0.25869999999999999</c:v>
                </c:pt>
                <c:pt idx="9">
                  <c:v>0.26669999999999999</c:v>
                </c:pt>
                <c:pt idx="10">
                  <c:v>0.40910000000000002</c:v>
                </c:pt>
                <c:pt idx="11">
                  <c:v>0.43230000000000002</c:v>
                </c:pt>
                <c:pt idx="12">
                  <c:v>0.4088</c:v>
                </c:pt>
                <c:pt idx="13">
                  <c:v>0.41170000000000001</c:v>
                </c:pt>
                <c:pt idx="14">
                  <c:v>0.3649</c:v>
                </c:pt>
                <c:pt idx="15">
                  <c:v>0.32619999999999999</c:v>
                </c:pt>
              </c:numCache>
            </c:numRef>
          </c:val>
          <c:smooth val="0"/>
          <c:extLst>
            <c:ext xmlns:c16="http://schemas.microsoft.com/office/drawing/2014/chart" uri="{C3380CC4-5D6E-409C-BE32-E72D297353CC}">
              <c16:uniqueId val="{00000001-4AC0-4B34-B10A-C2B650BFE610}"/>
            </c:ext>
          </c:extLst>
        </c:ser>
        <c:ser>
          <c:idx val="2"/>
          <c:order val="2"/>
          <c:tx>
            <c:strRef>
              <c:f>Sheet1!$D$1</c:f>
              <c:strCache>
                <c:ptCount val="1"/>
                <c:pt idx="0">
                  <c:v>All members</c:v>
                </c:pt>
              </c:strCache>
            </c:strRef>
          </c:tx>
          <c:spPr>
            <a:ln w="31750" cap="flat">
              <a:solidFill>
                <a:srgbClr val="898781"/>
              </a:solidFill>
              <a:prstDash val="solid"/>
              <a:round/>
            </a:ln>
            <a:effectLst/>
          </c:spPr>
          <c:marker>
            <c:symbol val="circle"/>
            <c:size val="6"/>
            <c:spPr>
              <a:solidFill>
                <a:srgbClr val="898781"/>
              </a:solidFill>
              <a:ln w="9525" cap="flat">
                <a:solidFill>
                  <a:srgbClr val="898781"/>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Sheet1!$D$2:$D$17</c:f>
              <c:numCache>
                <c:formatCode>General</c:formatCode>
                <c:ptCount val="16"/>
                <c:pt idx="0">
                  <c:v>0.19939999999999999</c:v>
                </c:pt>
                <c:pt idx="1">
                  <c:v>0.1948</c:v>
                </c:pt>
                <c:pt idx="2">
                  <c:v>0.20699999999999999</c:v>
                </c:pt>
                <c:pt idx="3">
                  <c:v>0.1668</c:v>
                </c:pt>
                <c:pt idx="4">
                  <c:v>0.16800000000000001</c:v>
                </c:pt>
                <c:pt idx="5">
                  <c:v>0.1842</c:v>
                </c:pt>
                <c:pt idx="6">
                  <c:v>0.2888</c:v>
                </c:pt>
                <c:pt idx="7">
                  <c:v>0.2873</c:v>
                </c:pt>
                <c:pt idx="8">
                  <c:v>0.3095</c:v>
                </c:pt>
                <c:pt idx="9">
                  <c:v>0.28799999999999998</c:v>
                </c:pt>
                <c:pt idx="10">
                  <c:v>0.30120000000000002</c:v>
                </c:pt>
                <c:pt idx="11">
                  <c:v>0.32890000000000003</c:v>
                </c:pt>
                <c:pt idx="12">
                  <c:v>0.34799999999999998</c:v>
                </c:pt>
                <c:pt idx="13">
                  <c:v>0.3332</c:v>
                </c:pt>
                <c:pt idx="14">
                  <c:v>0.4365</c:v>
                </c:pt>
                <c:pt idx="15">
                  <c:v>0.39360000000000001</c:v>
                </c:pt>
              </c:numCache>
            </c:numRef>
          </c:val>
          <c:smooth val="0"/>
          <c:extLst>
            <c:ext xmlns:c16="http://schemas.microsoft.com/office/drawing/2014/chart" uri="{C3380CC4-5D6E-409C-BE32-E72D297353CC}">
              <c16:uniqueId val="{00000002-4AC0-4B34-B10A-C2B650BFE61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2"/>
        <c:crosses val="autoZero"/>
        <c:auto val="1"/>
        <c:lblAlgn val="ctr"/>
        <c:lblOffset val="100"/>
        <c:noMultiLvlLbl val="1"/>
      </c:catAx>
      <c:valAx>
        <c:axId val="2094734552"/>
        <c:scaling>
          <c:orientation val="minMax"/>
          <c:max val="0.55000000000000004"/>
          <c:min val="0.1"/>
        </c:scaling>
        <c:delete val="0"/>
        <c:axPos val="l"/>
        <c:majorGridlines>
          <c:spPr>
            <a:ln w="6350"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majorUnit val="0.1"/>
      </c:valAx>
      <c:spPr>
        <a:noFill/>
        <a:ln>
          <a:noFill/>
        </a:ln>
        <a:effectLst/>
      </c:spPr>
    </c:plotArea>
    <c:legend>
      <c:legendPos val="t"/>
      <c:overlay val="0"/>
      <c:txPr>
        <a:bodyPr/>
        <a:lstStyle/>
        <a:p>
          <a:pPr>
            <a:defRPr sz="10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2514E"/>
                </a:solidFill>
                <a:latin typeface="Calibri"/>
              </a:defRPr>
            </a:pPr>
            <a:r>
              <a:rPr lang="en-US" sz="1200" b="0" i="0" u="none" strike="noStrike">
                <a:solidFill>
                  <a:srgbClr val="52514E"/>
                </a:solidFill>
                <a:latin typeface="Calibri"/>
              </a:rPr>
              <a:t>Mean anger by party and who holds the White House</a:t>
            </a:r>
          </a:p>
        </c:rich>
      </c:tx>
      <c:overlay val="0"/>
    </c:title>
    <c:autoTitleDeleted val="0"/>
    <c:plotArea>
      <c:layout/>
      <c:barChart>
        <c:barDir val="col"/>
        <c:grouping val="clustered"/>
        <c:varyColors val="0"/>
        <c:ser>
          <c:idx val="0"/>
          <c:order val="0"/>
          <c:tx>
            <c:strRef>
              <c:f>Sheet1!$B$1</c:f>
              <c:strCache>
                <c:ptCount val="1"/>
                <c:pt idx="0">
                  <c:v>Democrats</c:v>
                </c:pt>
              </c:strCache>
            </c:strRef>
          </c:tx>
          <c:spPr>
            <a:solidFill>
              <a:srgbClr val="2A78D6"/>
            </a:solidFill>
            <a:effectLst/>
          </c:spPr>
          <c:invertIfNegative val="0"/>
          <c:dLbls>
            <c:numFmt formatCode="0.00" sourceLinked="0"/>
            <c:spPr>
              <a:noFill/>
              <a:ln>
                <a:noFill/>
              </a:ln>
              <a:effectLst/>
            </c:spPr>
            <c:txPr>
              <a:bodyPr/>
              <a:lstStyle/>
              <a:p>
                <a:pPr>
                  <a:defRPr sz="1000" b="0" i="0" u="none" strike="noStrike">
                    <a:solidFill>
                      <a:srgbClr val="5251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Obama (D)</c:v>
                </c:pt>
                <c:pt idx="1">
                  <c:v>Trump (R)</c:v>
                </c:pt>
                <c:pt idx="2">
                  <c:v>Biden (D)</c:v>
                </c:pt>
                <c:pt idx="3">
                  <c:v>Trump II (R)</c:v>
                </c:pt>
              </c:strCache>
            </c:strRef>
          </c:cat>
          <c:val>
            <c:numRef>
              <c:f>Sheet1!$B$2:$B$5</c:f>
              <c:numCache>
                <c:formatCode>General</c:formatCode>
                <c:ptCount val="4"/>
                <c:pt idx="0">
                  <c:v>0.17599999999999999</c:v>
                </c:pt>
                <c:pt idx="1">
                  <c:v>0.33500000000000002</c:v>
                </c:pt>
                <c:pt idx="2">
                  <c:v>0.2414</c:v>
                </c:pt>
                <c:pt idx="3">
                  <c:v>0.49969999999999998</c:v>
                </c:pt>
              </c:numCache>
            </c:numRef>
          </c:val>
          <c:extLst>
            <c:ext xmlns:c16="http://schemas.microsoft.com/office/drawing/2014/chart" uri="{C3380CC4-5D6E-409C-BE32-E72D297353CC}">
              <c16:uniqueId val="{00000000-EF14-4E88-8E61-D39EBD0FD6A7}"/>
            </c:ext>
          </c:extLst>
        </c:ser>
        <c:ser>
          <c:idx val="1"/>
          <c:order val="1"/>
          <c:tx>
            <c:strRef>
              <c:f>Sheet1!$C$1</c:f>
              <c:strCache>
                <c:ptCount val="1"/>
                <c:pt idx="0">
                  <c:v>Republicans</c:v>
                </c:pt>
              </c:strCache>
            </c:strRef>
          </c:tx>
          <c:spPr>
            <a:solidFill>
              <a:srgbClr val="E34948"/>
            </a:solidFill>
            <a:effectLst/>
          </c:spPr>
          <c:invertIfNegative val="0"/>
          <c:dLbls>
            <c:numFmt formatCode="0.00" sourceLinked="0"/>
            <c:spPr>
              <a:noFill/>
              <a:ln>
                <a:noFill/>
              </a:ln>
              <a:effectLst/>
            </c:spPr>
            <c:txPr>
              <a:bodyPr/>
              <a:lstStyle/>
              <a:p>
                <a:pPr>
                  <a:defRPr sz="1000" b="0" i="0" u="none" strike="noStrike">
                    <a:solidFill>
                      <a:srgbClr val="5251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Obama (D)</c:v>
                </c:pt>
                <c:pt idx="1">
                  <c:v>Trump (R)</c:v>
                </c:pt>
                <c:pt idx="2">
                  <c:v>Biden (D)</c:v>
                </c:pt>
                <c:pt idx="3">
                  <c:v>Trump II (R)</c:v>
                </c:pt>
              </c:strCache>
            </c:strRef>
          </c:cat>
          <c:val>
            <c:numRef>
              <c:f>Sheet1!$C$2:$C$5</c:f>
              <c:numCache>
                <c:formatCode>General</c:formatCode>
                <c:ptCount val="4"/>
                <c:pt idx="0">
                  <c:v>0.18859999999999999</c:v>
                </c:pt>
                <c:pt idx="1">
                  <c:v>0.21920000000000001</c:v>
                </c:pt>
                <c:pt idx="2">
                  <c:v>0.41499999999999998</c:v>
                </c:pt>
                <c:pt idx="3">
                  <c:v>0.3463</c:v>
                </c:pt>
              </c:numCache>
            </c:numRef>
          </c:val>
          <c:extLst>
            <c:ext xmlns:c16="http://schemas.microsoft.com/office/drawing/2014/chart" uri="{C3380CC4-5D6E-409C-BE32-E72D297353CC}">
              <c16:uniqueId val="{00000001-EF14-4E88-8E61-D39EBD0FD6A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6350"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majorUnit val="0.1"/>
      </c:valAx>
      <c:spPr>
        <a:noFill/>
        <a:ln>
          <a:noFill/>
        </a:ln>
        <a:effectLst/>
      </c:spPr>
    </c:plotArea>
    <c:legend>
      <c:legendPos val="t"/>
      <c:overlay val="0"/>
      <c:txPr>
        <a:bodyPr/>
        <a:lstStyle/>
        <a:p>
          <a:pPr>
            <a:defRPr sz="10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2514E"/>
                </a:solidFill>
                <a:latin typeface="Calibri"/>
              </a:defRPr>
            </a:pPr>
            <a:r>
              <a:rPr lang="en-US" sz="1200" b="0" i="0" u="none" strike="noStrike">
                <a:solidFill>
                  <a:srgbClr val="52514E"/>
                </a:solidFill>
                <a:latin typeface="Calibri"/>
              </a:rPr>
              <a:t>Weekly mean anger, 2011 to 2026</a:t>
            </a:r>
          </a:p>
        </c:rich>
      </c:tx>
      <c:overlay val="0"/>
    </c:title>
    <c:autoTitleDeleted val="0"/>
    <c:plotArea>
      <c:layout/>
      <c:lineChart>
        <c:grouping val="standard"/>
        <c:varyColors val="0"/>
        <c:ser>
          <c:idx val="0"/>
          <c:order val="0"/>
          <c:tx>
            <c:strRef>
              <c:f>Sheet1!$B$1</c:f>
              <c:strCache>
                <c:ptCount val="1"/>
                <c:pt idx="0">
                  <c:v>Democrats</c:v>
                </c:pt>
              </c:strCache>
            </c:strRef>
          </c:tx>
          <c:spPr>
            <a:ln w="12700" cap="flat">
              <a:solidFill>
                <a:srgbClr val="2A78D6"/>
              </a:solidFill>
              <a:prstDash val="solid"/>
              <a:round/>
            </a:ln>
            <a:effectLst/>
          </c:spPr>
          <c:marker>
            <c:symbol val="none"/>
          </c:marker>
          <c:cat>
            <c:strRef>
              <c:f>Sheet1!$A$2:$A$810</c:f>
              <c:strCache>
                <c:ptCount val="809"/>
                <c:pt idx="0">
                  <c:v>2011</c:v>
                </c:pt>
                <c:pt idx="1">
                  <c:v>2011</c:v>
                </c:pt>
                <c:pt idx="2">
                  <c:v>2011</c:v>
                </c:pt>
                <c:pt idx="3">
                  <c:v>2011</c:v>
                </c:pt>
                <c:pt idx="4">
                  <c:v>2011</c:v>
                </c:pt>
                <c:pt idx="5">
                  <c:v>2011</c:v>
                </c:pt>
                <c:pt idx="6">
                  <c:v>2011</c:v>
                </c:pt>
                <c:pt idx="7">
                  <c:v>2011</c:v>
                </c:pt>
                <c:pt idx="8">
                  <c:v>2011</c:v>
                </c:pt>
                <c:pt idx="9">
                  <c:v>2011</c:v>
                </c:pt>
                <c:pt idx="10">
                  <c:v>2011</c:v>
                </c:pt>
                <c:pt idx="11">
                  <c:v>2011</c:v>
                </c:pt>
                <c:pt idx="12">
                  <c:v>2011</c:v>
                </c:pt>
                <c:pt idx="13">
                  <c:v>2011</c:v>
                </c:pt>
                <c:pt idx="14">
                  <c:v>2011</c:v>
                </c:pt>
                <c:pt idx="15">
                  <c:v>2011</c:v>
                </c:pt>
                <c:pt idx="16">
                  <c:v>2011</c:v>
                </c:pt>
                <c:pt idx="17">
                  <c:v>2011</c:v>
                </c:pt>
                <c:pt idx="18">
                  <c:v>2011</c:v>
                </c:pt>
                <c:pt idx="19">
                  <c:v>2011</c:v>
                </c:pt>
                <c:pt idx="20">
                  <c:v>2011</c:v>
                </c:pt>
                <c:pt idx="21">
                  <c:v>2011</c:v>
                </c:pt>
                <c:pt idx="22">
                  <c:v>2011</c:v>
                </c:pt>
                <c:pt idx="23">
                  <c:v>2011</c:v>
                </c:pt>
                <c:pt idx="24">
                  <c:v>2011</c:v>
                </c:pt>
                <c:pt idx="25">
                  <c:v>2011</c:v>
                </c:pt>
                <c:pt idx="26">
                  <c:v>2011</c:v>
                </c:pt>
                <c:pt idx="27">
                  <c:v>2011</c:v>
                </c:pt>
                <c:pt idx="28">
                  <c:v>2011</c:v>
                </c:pt>
                <c:pt idx="29">
                  <c:v>2011</c:v>
                </c:pt>
                <c:pt idx="30">
                  <c:v>2011</c:v>
                </c:pt>
                <c:pt idx="31">
                  <c:v>2011</c:v>
                </c:pt>
                <c:pt idx="32">
                  <c:v>2011</c:v>
                </c:pt>
                <c:pt idx="33">
                  <c:v>2011</c:v>
                </c:pt>
                <c:pt idx="34">
                  <c:v>2011</c:v>
                </c:pt>
                <c:pt idx="35">
                  <c:v>2011</c:v>
                </c:pt>
                <c:pt idx="36">
                  <c:v>2011</c:v>
                </c:pt>
                <c:pt idx="37">
                  <c:v>2011</c:v>
                </c:pt>
                <c:pt idx="38">
                  <c:v>2011</c:v>
                </c:pt>
                <c:pt idx="39">
                  <c:v>2011</c:v>
                </c:pt>
                <c:pt idx="40">
                  <c:v>2011</c:v>
                </c:pt>
                <c:pt idx="41">
                  <c:v>2011</c:v>
                </c:pt>
                <c:pt idx="42">
                  <c:v>2011</c:v>
                </c:pt>
                <c:pt idx="43">
                  <c:v>2011</c:v>
                </c:pt>
                <c:pt idx="44">
                  <c:v>2011</c:v>
                </c:pt>
                <c:pt idx="45">
                  <c:v>2011</c:v>
                </c:pt>
                <c:pt idx="46">
                  <c:v>2011</c:v>
                </c:pt>
                <c:pt idx="47">
                  <c:v>2011</c:v>
                </c:pt>
                <c:pt idx="48">
                  <c:v>2011</c:v>
                </c:pt>
                <c:pt idx="49">
                  <c:v>2011</c:v>
                </c:pt>
                <c:pt idx="50">
                  <c:v>2012</c:v>
                </c:pt>
                <c:pt idx="51">
                  <c:v>2012</c:v>
                </c:pt>
                <c:pt idx="52">
                  <c:v>2012</c:v>
                </c:pt>
                <c:pt idx="53">
                  <c:v>2012</c:v>
                </c:pt>
                <c:pt idx="54">
                  <c:v>2012</c:v>
                </c:pt>
                <c:pt idx="55">
                  <c:v>2012</c:v>
                </c:pt>
                <c:pt idx="56">
                  <c:v>2012</c:v>
                </c:pt>
                <c:pt idx="57">
                  <c:v>2012</c:v>
                </c:pt>
                <c:pt idx="58">
                  <c:v>2012</c:v>
                </c:pt>
                <c:pt idx="59">
                  <c:v>2012</c:v>
                </c:pt>
                <c:pt idx="60">
                  <c:v>2012</c:v>
                </c:pt>
                <c:pt idx="61">
                  <c:v>2012</c:v>
                </c:pt>
                <c:pt idx="62">
                  <c:v>2012</c:v>
                </c:pt>
                <c:pt idx="63">
                  <c:v>2012</c:v>
                </c:pt>
                <c:pt idx="64">
                  <c:v>2012</c:v>
                </c:pt>
                <c:pt idx="65">
                  <c:v>2012</c:v>
                </c:pt>
                <c:pt idx="66">
                  <c:v>2012</c:v>
                </c:pt>
                <c:pt idx="67">
                  <c:v>2012</c:v>
                </c:pt>
                <c:pt idx="68">
                  <c:v>2012</c:v>
                </c:pt>
                <c:pt idx="69">
                  <c:v>2012</c:v>
                </c:pt>
                <c:pt idx="70">
                  <c:v>2012</c:v>
                </c:pt>
                <c:pt idx="71">
                  <c:v>2012</c:v>
                </c:pt>
                <c:pt idx="72">
                  <c:v>2012</c:v>
                </c:pt>
                <c:pt idx="73">
                  <c:v>2012</c:v>
                </c:pt>
                <c:pt idx="74">
                  <c:v>2012</c:v>
                </c:pt>
                <c:pt idx="75">
                  <c:v>2012</c:v>
                </c:pt>
                <c:pt idx="76">
                  <c:v>2012</c:v>
                </c:pt>
                <c:pt idx="77">
                  <c:v>2012</c:v>
                </c:pt>
                <c:pt idx="78">
                  <c:v>2012</c:v>
                </c:pt>
                <c:pt idx="79">
                  <c:v>2012</c:v>
                </c:pt>
                <c:pt idx="80">
                  <c:v>2012</c:v>
                </c:pt>
                <c:pt idx="81">
                  <c:v>2012</c:v>
                </c:pt>
                <c:pt idx="82">
                  <c:v>2012</c:v>
                </c:pt>
                <c:pt idx="83">
                  <c:v>2012</c:v>
                </c:pt>
                <c:pt idx="84">
                  <c:v>2012</c:v>
                </c:pt>
                <c:pt idx="85">
                  <c:v>2012</c:v>
                </c:pt>
                <c:pt idx="86">
                  <c:v>2012</c:v>
                </c:pt>
                <c:pt idx="87">
                  <c:v>2012</c:v>
                </c:pt>
                <c:pt idx="88">
                  <c:v>2012</c:v>
                </c:pt>
                <c:pt idx="89">
                  <c:v>2012</c:v>
                </c:pt>
                <c:pt idx="90">
                  <c:v>2012</c:v>
                </c:pt>
                <c:pt idx="91">
                  <c:v>2012</c:v>
                </c:pt>
                <c:pt idx="92">
                  <c:v>2012</c:v>
                </c:pt>
                <c:pt idx="93">
                  <c:v>2012</c:v>
                </c:pt>
                <c:pt idx="94">
                  <c:v>2012</c:v>
                </c:pt>
                <c:pt idx="95">
                  <c:v>2012</c:v>
                </c:pt>
                <c:pt idx="96">
                  <c:v>2012</c:v>
                </c:pt>
                <c:pt idx="97">
                  <c:v>2012</c:v>
                </c:pt>
                <c:pt idx="98">
                  <c:v>2012</c:v>
                </c:pt>
                <c:pt idx="99">
                  <c:v>2012</c:v>
                </c:pt>
                <c:pt idx="100">
                  <c:v>2012</c:v>
                </c:pt>
                <c:pt idx="101">
                  <c:v>2012</c:v>
                </c:pt>
                <c:pt idx="102">
                  <c:v>2013</c:v>
                </c:pt>
                <c:pt idx="103">
                  <c:v>2013</c:v>
                </c:pt>
                <c:pt idx="104">
                  <c:v>2013</c:v>
                </c:pt>
                <c:pt idx="105">
                  <c:v>2013</c:v>
                </c:pt>
                <c:pt idx="106">
                  <c:v>2013</c:v>
                </c:pt>
                <c:pt idx="107">
                  <c:v>2013</c:v>
                </c:pt>
                <c:pt idx="108">
                  <c:v>2013</c:v>
                </c:pt>
                <c:pt idx="109">
                  <c:v>2013</c:v>
                </c:pt>
                <c:pt idx="110">
                  <c:v>2013</c:v>
                </c:pt>
                <c:pt idx="111">
                  <c:v>2013</c:v>
                </c:pt>
                <c:pt idx="112">
                  <c:v>2013</c:v>
                </c:pt>
                <c:pt idx="113">
                  <c:v>2013</c:v>
                </c:pt>
                <c:pt idx="114">
                  <c:v>2013</c:v>
                </c:pt>
                <c:pt idx="115">
                  <c:v>2013</c:v>
                </c:pt>
                <c:pt idx="116">
                  <c:v>2013</c:v>
                </c:pt>
                <c:pt idx="117">
                  <c:v>2013</c:v>
                </c:pt>
                <c:pt idx="118">
                  <c:v>2013</c:v>
                </c:pt>
                <c:pt idx="119">
                  <c:v>2013</c:v>
                </c:pt>
                <c:pt idx="120">
                  <c:v>2013</c:v>
                </c:pt>
                <c:pt idx="121">
                  <c:v>2013</c:v>
                </c:pt>
                <c:pt idx="122">
                  <c:v>2013</c:v>
                </c:pt>
                <c:pt idx="123">
                  <c:v>2013</c:v>
                </c:pt>
                <c:pt idx="124">
                  <c:v>2013</c:v>
                </c:pt>
                <c:pt idx="125">
                  <c:v>2013</c:v>
                </c:pt>
                <c:pt idx="126">
                  <c:v>2013</c:v>
                </c:pt>
                <c:pt idx="127">
                  <c:v>2013</c:v>
                </c:pt>
                <c:pt idx="128">
                  <c:v>2013</c:v>
                </c:pt>
                <c:pt idx="129">
                  <c:v>2013</c:v>
                </c:pt>
                <c:pt idx="130">
                  <c:v>2013</c:v>
                </c:pt>
                <c:pt idx="131">
                  <c:v>2013</c:v>
                </c:pt>
                <c:pt idx="132">
                  <c:v>2013</c:v>
                </c:pt>
                <c:pt idx="133">
                  <c:v>2013</c:v>
                </c:pt>
                <c:pt idx="134">
                  <c:v>2013</c:v>
                </c:pt>
                <c:pt idx="135">
                  <c:v>2013</c:v>
                </c:pt>
                <c:pt idx="136">
                  <c:v>2013</c:v>
                </c:pt>
                <c:pt idx="137">
                  <c:v>2013</c:v>
                </c:pt>
                <c:pt idx="138">
                  <c:v>2013</c:v>
                </c:pt>
                <c:pt idx="139">
                  <c:v>2013</c:v>
                </c:pt>
                <c:pt idx="140">
                  <c:v>2013</c:v>
                </c:pt>
                <c:pt idx="141">
                  <c:v>2013</c:v>
                </c:pt>
                <c:pt idx="142">
                  <c:v>2013</c:v>
                </c:pt>
                <c:pt idx="143">
                  <c:v>2013</c:v>
                </c:pt>
                <c:pt idx="144">
                  <c:v>2013</c:v>
                </c:pt>
                <c:pt idx="145">
                  <c:v>2013</c:v>
                </c:pt>
                <c:pt idx="146">
                  <c:v>2013</c:v>
                </c:pt>
                <c:pt idx="147">
                  <c:v>2013</c:v>
                </c:pt>
                <c:pt idx="148">
                  <c:v>2013</c:v>
                </c:pt>
                <c:pt idx="149">
                  <c:v>2013</c:v>
                </c:pt>
                <c:pt idx="150">
                  <c:v>2013</c:v>
                </c:pt>
                <c:pt idx="151">
                  <c:v>2013</c:v>
                </c:pt>
                <c:pt idx="152">
                  <c:v>2013</c:v>
                </c:pt>
                <c:pt idx="153">
                  <c:v>2014</c:v>
                </c:pt>
                <c:pt idx="154">
                  <c:v>2014</c:v>
                </c:pt>
                <c:pt idx="155">
                  <c:v>2014</c:v>
                </c:pt>
                <c:pt idx="156">
                  <c:v>2014</c:v>
                </c:pt>
                <c:pt idx="157">
                  <c:v>2014</c:v>
                </c:pt>
                <c:pt idx="158">
                  <c:v>2014</c:v>
                </c:pt>
                <c:pt idx="159">
                  <c:v>2014</c:v>
                </c:pt>
                <c:pt idx="160">
                  <c:v>2014</c:v>
                </c:pt>
                <c:pt idx="161">
                  <c:v>2014</c:v>
                </c:pt>
                <c:pt idx="162">
                  <c:v>2014</c:v>
                </c:pt>
                <c:pt idx="163">
                  <c:v>2014</c:v>
                </c:pt>
                <c:pt idx="164">
                  <c:v>2014</c:v>
                </c:pt>
                <c:pt idx="165">
                  <c:v>2014</c:v>
                </c:pt>
                <c:pt idx="166">
                  <c:v>2014</c:v>
                </c:pt>
                <c:pt idx="167">
                  <c:v>2014</c:v>
                </c:pt>
                <c:pt idx="168">
                  <c:v>2014</c:v>
                </c:pt>
                <c:pt idx="169">
                  <c:v>2014</c:v>
                </c:pt>
                <c:pt idx="170">
                  <c:v>2014</c:v>
                </c:pt>
                <c:pt idx="171">
                  <c:v>2014</c:v>
                </c:pt>
                <c:pt idx="172">
                  <c:v>2014</c:v>
                </c:pt>
                <c:pt idx="173">
                  <c:v>2014</c:v>
                </c:pt>
                <c:pt idx="174">
                  <c:v>2014</c:v>
                </c:pt>
                <c:pt idx="175">
                  <c:v>2014</c:v>
                </c:pt>
                <c:pt idx="176">
                  <c:v>2014</c:v>
                </c:pt>
                <c:pt idx="177">
                  <c:v>2014</c:v>
                </c:pt>
                <c:pt idx="178">
                  <c:v>2014</c:v>
                </c:pt>
                <c:pt idx="179">
                  <c:v>2014</c:v>
                </c:pt>
                <c:pt idx="180">
                  <c:v>2014</c:v>
                </c:pt>
                <c:pt idx="181">
                  <c:v>2014</c:v>
                </c:pt>
                <c:pt idx="182">
                  <c:v>2014</c:v>
                </c:pt>
                <c:pt idx="183">
                  <c:v>2014</c:v>
                </c:pt>
                <c:pt idx="184">
                  <c:v>2014</c:v>
                </c:pt>
                <c:pt idx="185">
                  <c:v>2014</c:v>
                </c:pt>
                <c:pt idx="186">
                  <c:v>2014</c:v>
                </c:pt>
                <c:pt idx="187">
                  <c:v>2014</c:v>
                </c:pt>
                <c:pt idx="188">
                  <c:v>2014</c:v>
                </c:pt>
                <c:pt idx="189">
                  <c:v>2014</c:v>
                </c:pt>
                <c:pt idx="190">
                  <c:v>2014</c:v>
                </c:pt>
                <c:pt idx="191">
                  <c:v>2014</c:v>
                </c:pt>
                <c:pt idx="192">
                  <c:v>2014</c:v>
                </c:pt>
                <c:pt idx="193">
                  <c:v>2014</c:v>
                </c:pt>
                <c:pt idx="194">
                  <c:v>2014</c:v>
                </c:pt>
                <c:pt idx="195">
                  <c:v>2014</c:v>
                </c:pt>
                <c:pt idx="196">
                  <c:v>2014</c:v>
                </c:pt>
                <c:pt idx="197">
                  <c:v>2014</c:v>
                </c:pt>
                <c:pt idx="198">
                  <c:v>2014</c:v>
                </c:pt>
                <c:pt idx="199">
                  <c:v>2014</c:v>
                </c:pt>
                <c:pt idx="200">
                  <c:v>2014</c:v>
                </c:pt>
                <c:pt idx="201">
                  <c:v>2014</c:v>
                </c:pt>
                <c:pt idx="202">
                  <c:v>2014</c:v>
                </c:pt>
                <c:pt idx="203">
                  <c:v>2014</c:v>
                </c:pt>
                <c:pt idx="204">
                  <c:v>2015</c:v>
                </c:pt>
                <c:pt idx="205">
                  <c:v>2015</c:v>
                </c:pt>
                <c:pt idx="206">
                  <c:v>2015</c:v>
                </c:pt>
                <c:pt idx="207">
                  <c:v>2015</c:v>
                </c:pt>
                <c:pt idx="208">
                  <c:v>2015</c:v>
                </c:pt>
                <c:pt idx="209">
                  <c:v>2015</c:v>
                </c:pt>
                <c:pt idx="210">
                  <c:v>2015</c:v>
                </c:pt>
                <c:pt idx="211">
                  <c:v>2015</c:v>
                </c:pt>
                <c:pt idx="212">
                  <c:v>2015</c:v>
                </c:pt>
                <c:pt idx="213">
                  <c:v>2015</c:v>
                </c:pt>
                <c:pt idx="214">
                  <c:v>2015</c:v>
                </c:pt>
                <c:pt idx="215">
                  <c:v>2015</c:v>
                </c:pt>
                <c:pt idx="216">
                  <c:v>2015</c:v>
                </c:pt>
                <c:pt idx="217">
                  <c:v>2015</c:v>
                </c:pt>
                <c:pt idx="218">
                  <c:v>2015</c:v>
                </c:pt>
                <c:pt idx="219">
                  <c:v>2015</c:v>
                </c:pt>
                <c:pt idx="220">
                  <c:v>2015</c:v>
                </c:pt>
                <c:pt idx="221">
                  <c:v>2015</c:v>
                </c:pt>
                <c:pt idx="222">
                  <c:v>2015</c:v>
                </c:pt>
                <c:pt idx="223">
                  <c:v>2015</c:v>
                </c:pt>
                <c:pt idx="224">
                  <c:v>2015</c:v>
                </c:pt>
                <c:pt idx="225">
                  <c:v>2015</c:v>
                </c:pt>
                <c:pt idx="226">
                  <c:v>2015</c:v>
                </c:pt>
                <c:pt idx="227">
                  <c:v>2015</c:v>
                </c:pt>
                <c:pt idx="228">
                  <c:v>2015</c:v>
                </c:pt>
                <c:pt idx="229">
                  <c:v>2015</c:v>
                </c:pt>
                <c:pt idx="230">
                  <c:v>2015</c:v>
                </c:pt>
                <c:pt idx="231">
                  <c:v>2015</c:v>
                </c:pt>
                <c:pt idx="232">
                  <c:v>2015</c:v>
                </c:pt>
                <c:pt idx="233">
                  <c:v>2015</c:v>
                </c:pt>
                <c:pt idx="234">
                  <c:v>2015</c:v>
                </c:pt>
                <c:pt idx="235">
                  <c:v>2015</c:v>
                </c:pt>
                <c:pt idx="236">
                  <c:v>2015</c:v>
                </c:pt>
                <c:pt idx="237">
                  <c:v>2015</c:v>
                </c:pt>
                <c:pt idx="238">
                  <c:v>2015</c:v>
                </c:pt>
                <c:pt idx="239">
                  <c:v>2015</c:v>
                </c:pt>
                <c:pt idx="240">
                  <c:v>2015</c:v>
                </c:pt>
                <c:pt idx="241">
                  <c:v>2015</c:v>
                </c:pt>
                <c:pt idx="242">
                  <c:v>2015</c:v>
                </c:pt>
                <c:pt idx="243">
                  <c:v>2015</c:v>
                </c:pt>
                <c:pt idx="244">
                  <c:v>2015</c:v>
                </c:pt>
                <c:pt idx="245">
                  <c:v>2015</c:v>
                </c:pt>
                <c:pt idx="246">
                  <c:v>2015</c:v>
                </c:pt>
                <c:pt idx="247">
                  <c:v>2015</c:v>
                </c:pt>
                <c:pt idx="248">
                  <c:v>2015</c:v>
                </c:pt>
                <c:pt idx="249">
                  <c:v>2015</c:v>
                </c:pt>
                <c:pt idx="250">
                  <c:v>2015</c:v>
                </c:pt>
                <c:pt idx="251">
                  <c:v>2015</c:v>
                </c:pt>
                <c:pt idx="252">
                  <c:v>2015</c:v>
                </c:pt>
                <c:pt idx="253">
                  <c:v>2015</c:v>
                </c:pt>
                <c:pt idx="254">
                  <c:v>2015</c:v>
                </c:pt>
                <c:pt idx="255">
                  <c:v>2016</c:v>
                </c:pt>
                <c:pt idx="256">
                  <c:v>2016</c:v>
                </c:pt>
                <c:pt idx="257">
                  <c:v>2016</c:v>
                </c:pt>
                <c:pt idx="258">
                  <c:v>2016</c:v>
                </c:pt>
                <c:pt idx="259">
                  <c:v>2016</c:v>
                </c:pt>
                <c:pt idx="260">
                  <c:v>2016</c:v>
                </c:pt>
                <c:pt idx="261">
                  <c:v>2016</c:v>
                </c:pt>
                <c:pt idx="262">
                  <c:v>2016</c:v>
                </c:pt>
                <c:pt idx="263">
                  <c:v>2016</c:v>
                </c:pt>
                <c:pt idx="264">
                  <c:v>2016</c:v>
                </c:pt>
                <c:pt idx="265">
                  <c:v>2016</c:v>
                </c:pt>
                <c:pt idx="266">
                  <c:v>2016</c:v>
                </c:pt>
                <c:pt idx="267">
                  <c:v>2016</c:v>
                </c:pt>
                <c:pt idx="268">
                  <c:v>2016</c:v>
                </c:pt>
                <c:pt idx="269">
                  <c:v>2016</c:v>
                </c:pt>
                <c:pt idx="270">
                  <c:v>2016</c:v>
                </c:pt>
                <c:pt idx="271">
                  <c:v>2016</c:v>
                </c:pt>
                <c:pt idx="272">
                  <c:v>2016</c:v>
                </c:pt>
                <c:pt idx="273">
                  <c:v>2016</c:v>
                </c:pt>
                <c:pt idx="274">
                  <c:v>2016</c:v>
                </c:pt>
                <c:pt idx="275">
                  <c:v>2016</c:v>
                </c:pt>
                <c:pt idx="276">
                  <c:v>2016</c:v>
                </c:pt>
                <c:pt idx="277">
                  <c:v>2016</c:v>
                </c:pt>
                <c:pt idx="278">
                  <c:v>2016</c:v>
                </c:pt>
                <c:pt idx="279">
                  <c:v>2016</c:v>
                </c:pt>
                <c:pt idx="280">
                  <c:v>2016</c:v>
                </c:pt>
                <c:pt idx="281">
                  <c:v>2016</c:v>
                </c:pt>
                <c:pt idx="282">
                  <c:v>2016</c:v>
                </c:pt>
                <c:pt idx="283">
                  <c:v>2016</c:v>
                </c:pt>
                <c:pt idx="284">
                  <c:v>2016</c:v>
                </c:pt>
                <c:pt idx="285">
                  <c:v>2016</c:v>
                </c:pt>
                <c:pt idx="286">
                  <c:v>2016</c:v>
                </c:pt>
                <c:pt idx="287">
                  <c:v>2016</c:v>
                </c:pt>
                <c:pt idx="288">
                  <c:v>2016</c:v>
                </c:pt>
                <c:pt idx="289">
                  <c:v>2016</c:v>
                </c:pt>
                <c:pt idx="290">
                  <c:v>2016</c:v>
                </c:pt>
                <c:pt idx="291">
                  <c:v>2016</c:v>
                </c:pt>
                <c:pt idx="292">
                  <c:v>2016</c:v>
                </c:pt>
                <c:pt idx="293">
                  <c:v>2016</c:v>
                </c:pt>
                <c:pt idx="294">
                  <c:v>2016</c:v>
                </c:pt>
                <c:pt idx="295">
                  <c:v>2016</c:v>
                </c:pt>
                <c:pt idx="296">
                  <c:v>2016</c:v>
                </c:pt>
                <c:pt idx="297">
                  <c:v>2016</c:v>
                </c:pt>
                <c:pt idx="298">
                  <c:v>2016</c:v>
                </c:pt>
                <c:pt idx="299">
                  <c:v>2016</c:v>
                </c:pt>
                <c:pt idx="300">
                  <c:v>2016</c:v>
                </c:pt>
                <c:pt idx="301">
                  <c:v>2016</c:v>
                </c:pt>
                <c:pt idx="302">
                  <c:v>2016</c:v>
                </c:pt>
                <c:pt idx="303">
                  <c:v>2016</c:v>
                </c:pt>
                <c:pt idx="304">
                  <c:v>2016</c:v>
                </c:pt>
                <c:pt idx="305">
                  <c:v>2016</c:v>
                </c:pt>
                <c:pt idx="306">
                  <c:v>2017</c:v>
                </c:pt>
                <c:pt idx="307">
                  <c:v>2017</c:v>
                </c:pt>
                <c:pt idx="308">
                  <c:v>2017</c:v>
                </c:pt>
                <c:pt idx="309">
                  <c:v>2017</c:v>
                </c:pt>
                <c:pt idx="310">
                  <c:v>2017</c:v>
                </c:pt>
                <c:pt idx="311">
                  <c:v>2017</c:v>
                </c:pt>
                <c:pt idx="312">
                  <c:v>2017</c:v>
                </c:pt>
                <c:pt idx="313">
                  <c:v>2017</c:v>
                </c:pt>
                <c:pt idx="314">
                  <c:v>2017</c:v>
                </c:pt>
                <c:pt idx="315">
                  <c:v>2017</c:v>
                </c:pt>
                <c:pt idx="316">
                  <c:v>2017</c:v>
                </c:pt>
                <c:pt idx="317">
                  <c:v>2017</c:v>
                </c:pt>
                <c:pt idx="318">
                  <c:v>2017</c:v>
                </c:pt>
                <c:pt idx="319">
                  <c:v>2017</c:v>
                </c:pt>
                <c:pt idx="320">
                  <c:v>2017</c:v>
                </c:pt>
                <c:pt idx="321">
                  <c:v>2017</c:v>
                </c:pt>
                <c:pt idx="322">
                  <c:v>2017</c:v>
                </c:pt>
                <c:pt idx="323">
                  <c:v>2017</c:v>
                </c:pt>
                <c:pt idx="324">
                  <c:v>2017</c:v>
                </c:pt>
                <c:pt idx="325">
                  <c:v>2017</c:v>
                </c:pt>
                <c:pt idx="326">
                  <c:v>2017</c:v>
                </c:pt>
                <c:pt idx="327">
                  <c:v>2017</c:v>
                </c:pt>
                <c:pt idx="328">
                  <c:v>2017</c:v>
                </c:pt>
                <c:pt idx="329">
                  <c:v>2017</c:v>
                </c:pt>
                <c:pt idx="330">
                  <c:v>2017</c:v>
                </c:pt>
                <c:pt idx="331">
                  <c:v>2017</c:v>
                </c:pt>
                <c:pt idx="332">
                  <c:v>2017</c:v>
                </c:pt>
                <c:pt idx="333">
                  <c:v>2017</c:v>
                </c:pt>
                <c:pt idx="334">
                  <c:v>2017</c:v>
                </c:pt>
                <c:pt idx="335">
                  <c:v>2017</c:v>
                </c:pt>
                <c:pt idx="336">
                  <c:v>2017</c:v>
                </c:pt>
                <c:pt idx="337">
                  <c:v>2017</c:v>
                </c:pt>
                <c:pt idx="338">
                  <c:v>2017</c:v>
                </c:pt>
                <c:pt idx="339">
                  <c:v>2017</c:v>
                </c:pt>
                <c:pt idx="340">
                  <c:v>2017</c:v>
                </c:pt>
                <c:pt idx="341">
                  <c:v>2017</c:v>
                </c:pt>
                <c:pt idx="342">
                  <c:v>2017</c:v>
                </c:pt>
                <c:pt idx="343">
                  <c:v>2017</c:v>
                </c:pt>
                <c:pt idx="344">
                  <c:v>2017</c:v>
                </c:pt>
                <c:pt idx="345">
                  <c:v>2017</c:v>
                </c:pt>
                <c:pt idx="346">
                  <c:v>2017</c:v>
                </c:pt>
                <c:pt idx="347">
                  <c:v>2017</c:v>
                </c:pt>
                <c:pt idx="348">
                  <c:v>2017</c:v>
                </c:pt>
                <c:pt idx="349">
                  <c:v>2017</c:v>
                </c:pt>
                <c:pt idx="350">
                  <c:v>2017</c:v>
                </c:pt>
                <c:pt idx="351">
                  <c:v>2017</c:v>
                </c:pt>
                <c:pt idx="352">
                  <c:v>2017</c:v>
                </c:pt>
                <c:pt idx="353">
                  <c:v>2017</c:v>
                </c:pt>
                <c:pt idx="354">
                  <c:v>2017</c:v>
                </c:pt>
                <c:pt idx="355">
                  <c:v>2017</c:v>
                </c:pt>
                <c:pt idx="356">
                  <c:v>2017</c:v>
                </c:pt>
                <c:pt idx="357">
                  <c:v>2017</c:v>
                </c:pt>
                <c:pt idx="358">
                  <c:v>2018</c:v>
                </c:pt>
                <c:pt idx="359">
                  <c:v>2018</c:v>
                </c:pt>
                <c:pt idx="360">
                  <c:v>2018</c:v>
                </c:pt>
                <c:pt idx="361">
                  <c:v>2018</c:v>
                </c:pt>
                <c:pt idx="362">
                  <c:v>2018</c:v>
                </c:pt>
                <c:pt idx="363">
                  <c:v>2018</c:v>
                </c:pt>
                <c:pt idx="364">
                  <c:v>2018</c:v>
                </c:pt>
                <c:pt idx="365">
                  <c:v>2018</c:v>
                </c:pt>
                <c:pt idx="366">
                  <c:v>2018</c:v>
                </c:pt>
                <c:pt idx="367">
                  <c:v>2018</c:v>
                </c:pt>
                <c:pt idx="368">
                  <c:v>2018</c:v>
                </c:pt>
                <c:pt idx="369">
                  <c:v>2018</c:v>
                </c:pt>
                <c:pt idx="370">
                  <c:v>2018</c:v>
                </c:pt>
                <c:pt idx="371">
                  <c:v>2018</c:v>
                </c:pt>
                <c:pt idx="372">
                  <c:v>2018</c:v>
                </c:pt>
                <c:pt idx="373">
                  <c:v>2018</c:v>
                </c:pt>
                <c:pt idx="374">
                  <c:v>2018</c:v>
                </c:pt>
                <c:pt idx="375">
                  <c:v>2018</c:v>
                </c:pt>
                <c:pt idx="376">
                  <c:v>2018</c:v>
                </c:pt>
                <c:pt idx="377">
                  <c:v>2018</c:v>
                </c:pt>
                <c:pt idx="378">
                  <c:v>2018</c:v>
                </c:pt>
                <c:pt idx="379">
                  <c:v>2018</c:v>
                </c:pt>
                <c:pt idx="380">
                  <c:v>2018</c:v>
                </c:pt>
                <c:pt idx="381">
                  <c:v>2018</c:v>
                </c:pt>
                <c:pt idx="382">
                  <c:v>2018</c:v>
                </c:pt>
                <c:pt idx="383">
                  <c:v>2018</c:v>
                </c:pt>
                <c:pt idx="384">
                  <c:v>2018</c:v>
                </c:pt>
                <c:pt idx="385">
                  <c:v>2018</c:v>
                </c:pt>
                <c:pt idx="386">
                  <c:v>2018</c:v>
                </c:pt>
                <c:pt idx="387">
                  <c:v>2018</c:v>
                </c:pt>
                <c:pt idx="388">
                  <c:v>2018</c:v>
                </c:pt>
                <c:pt idx="389">
                  <c:v>2018</c:v>
                </c:pt>
                <c:pt idx="390">
                  <c:v>2018</c:v>
                </c:pt>
                <c:pt idx="391">
                  <c:v>2018</c:v>
                </c:pt>
                <c:pt idx="392">
                  <c:v>2018</c:v>
                </c:pt>
                <c:pt idx="393">
                  <c:v>2018</c:v>
                </c:pt>
                <c:pt idx="394">
                  <c:v>2018</c:v>
                </c:pt>
                <c:pt idx="395">
                  <c:v>2018</c:v>
                </c:pt>
                <c:pt idx="396">
                  <c:v>2018</c:v>
                </c:pt>
                <c:pt idx="397">
                  <c:v>2018</c:v>
                </c:pt>
                <c:pt idx="398">
                  <c:v>2018</c:v>
                </c:pt>
                <c:pt idx="399">
                  <c:v>2018</c:v>
                </c:pt>
                <c:pt idx="400">
                  <c:v>2018</c:v>
                </c:pt>
                <c:pt idx="401">
                  <c:v>2018</c:v>
                </c:pt>
                <c:pt idx="402">
                  <c:v>2018</c:v>
                </c:pt>
                <c:pt idx="403">
                  <c:v>2018</c:v>
                </c:pt>
                <c:pt idx="404">
                  <c:v>2018</c:v>
                </c:pt>
                <c:pt idx="405">
                  <c:v>2018</c:v>
                </c:pt>
                <c:pt idx="406">
                  <c:v>2018</c:v>
                </c:pt>
                <c:pt idx="407">
                  <c:v>2018</c:v>
                </c:pt>
                <c:pt idx="408">
                  <c:v>2018</c:v>
                </c:pt>
                <c:pt idx="409">
                  <c:v>2018</c:v>
                </c:pt>
                <c:pt idx="410">
                  <c:v>2018</c:v>
                </c:pt>
                <c:pt idx="411">
                  <c:v>2019</c:v>
                </c:pt>
                <c:pt idx="412">
                  <c:v>2019</c:v>
                </c:pt>
                <c:pt idx="413">
                  <c:v>2019</c:v>
                </c:pt>
                <c:pt idx="414">
                  <c:v>2019</c:v>
                </c:pt>
                <c:pt idx="415">
                  <c:v>2019</c:v>
                </c:pt>
                <c:pt idx="416">
                  <c:v>2019</c:v>
                </c:pt>
                <c:pt idx="417">
                  <c:v>2019</c:v>
                </c:pt>
                <c:pt idx="418">
                  <c:v>2019</c:v>
                </c:pt>
                <c:pt idx="419">
                  <c:v>2019</c:v>
                </c:pt>
                <c:pt idx="420">
                  <c:v>2019</c:v>
                </c:pt>
                <c:pt idx="421">
                  <c:v>2019</c:v>
                </c:pt>
                <c:pt idx="422">
                  <c:v>2019</c:v>
                </c:pt>
                <c:pt idx="423">
                  <c:v>2019</c:v>
                </c:pt>
                <c:pt idx="424">
                  <c:v>2019</c:v>
                </c:pt>
                <c:pt idx="425">
                  <c:v>2019</c:v>
                </c:pt>
                <c:pt idx="426">
                  <c:v>2019</c:v>
                </c:pt>
                <c:pt idx="427">
                  <c:v>2019</c:v>
                </c:pt>
                <c:pt idx="428">
                  <c:v>2019</c:v>
                </c:pt>
                <c:pt idx="429">
                  <c:v>2019</c:v>
                </c:pt>
                <c:pt idx="430">
                  <c:v>2019</c:v>
                </c:pt>
                <c:pt idx="431">
                  <c:v>2019</c:v>
                </c:pt>
                <c:pt idx="432">
                  <c:v>2019</c:v>
                </c:pt>
                <c:pt idx="433">
                  <c:v>2019</c:v>
                </c:pt>
                <c:pt idx="434">
                  <c:v>2019</c:v>
                </c:pt>
                <c:pt idx="435">
                  <c:v>2019</c:v>
                </c:pt>
                <c:pt idx="436">
                  <c:v>2019</c:v>
                </c:pt>
                <c:pt idx="437">
                  <c:v>2019</c:v>
                </c:pt>
                <c:pt idx="438">
                  <c:v>2019</c:v>
                </c:pt>
                <c:pt idx="439">
                  <c:v>2019</c:v>
                </c:pt>
                <c:pt idx="440">
                  <c:v>2019</c:v>
                </c:pt>
                <c:pt idx="441">
                  <c:v>2019</c:v>
                </c:pt>
                <c:pt idx="442">
                  <c:v>2019</c:v>
                </c:pt>
                <c:pt idx="443">
                  <c:v>2019</c:v>
                </c:pt>
                <c:pt idx="444">
                  <c:v>2019</c:v>
                </c:pt>
                <c:pt idx="445">
                  <c:v>2019</c:v>
                </c:pt>
                <c:pt idx="446">
                  <c:v>2019</c:v>
                </c:pt>
                <c:pt idx="447">
                  <c:v>2019</c:v>
                </c:pt>
                <c:pt idx="448">
                  <c:v>2019</c:v>
                </c:pt>
                <c:pt idx="449">
                  <c:v>2019</c:v>
                </c:pt>
                <c:pt idx="450">
                  <c:v>2019</c:v>
                </c:pt>
                <c:pt idx="451">
                  <c:v>2019</c:v>
                </c:pt>
                <c:pt idx="452">
                  <c:v>2019</c:v>
                </c:pt>
                <c:pt idx="453">
                  <c:v>2019</c:v>
                </c:pt>
                <c:pt idx="454">
                  <c:v>2019</c:v>
                </c:pt>
                <c:pt idx="455">
                  <c:v>2019</c:v>
                </c:pt>
                <c:pt idx="456">
                  <c:v>2019</c:v>
                </c:pt>
                <c:pt idx="457">
                  <c:v>2019</c:v>
                </c:pt>
                <c:pt idx="458">
                  <c:v>2019</c:v>
                </c:pt>
                <c:pt idx="459">
                  <c:v>2019</c:v>
                </c:pt>
                <c:pt idx="460">
                  <c:v>2019</c:v>
                </c:pt>
                <c:pt idx="461">
                  <c:v>2019</c:v>
                </c:pt>
                <c:pt idx="462">
                  <c:v>2019</c:v>
                </c:pt>
                <c:pt idx="463">
                  <c:v>2020</c:v>
                </c:pt>
                <c:pt idx="464">
                  <c:v>2020</c:v>
                </c:pt>
                <c:pt idx="465">
                  <c:v>2020</c:v>
                </c:pt>
                <c:pt idx="466">
                  <c:v>2020</c:v>
                </c:pt>
                <c:pt idx="467">
                  <c:v>2020</c:v>
                </c:pt>
                <c:pt idx="468">
                  <c:v>2020</c:v>
                </c:pt>
                <c:pt idx="469">
                  <c:v>2020</c:v>
                </c:pt>
                <c:pt idx="470">
                  <c:v>2020</c:v>
                </c:pt>
                <c:pt idx="471">
                  <c:v>2020</c:v>
                </c:pt>
                <c:pt idx="472">
                  <c:v>2020</c:v>
                </c:pt>
                <c:pt idx="473">
                  <c:v>2020</c:v>
                </c:pt>
                <c:pt idx="474">
                  <c:v>2020</c:v>
                </c:pt>
                <c:pt idx="475">
                  <c:v>2020</c:v>
                </c:pt>
                <c:pt idx="476">
                  <c:v>2020</c:v>
                </c:pt>
                <c:pt idx="477">
                  <c:v>2020</c:v>
                </c:pt>
                <c:pt idx="478">
                  <c:v>2020</c:v>
                </c:pt>
                <c:pt idx="479">
                  <c:v>2020</c:v>
                </c:pt>
                <c:pt idx="480">
                  <c:v>2020</c:v>
                </c:pt>
                <c:pt idx="481">
                  <c:v>2020</c:v>
                </c:pt>
                <c:pt idx="482">
                  <c:v>2020</c:v>
                </c:pt>
                <c:pt idx="483">
                  <c:v>2020</c:v>
                </c:pt>
                <c:pt idx="484">
                  <c:v>2020</c:v>
                </c:pt>
                <c:pt idx="485">
                  <c:v>2020</c:v>
                </c:pt>
                <c:pt idx="486">
                  <c:v>2020</c:v>
                </c:pt>
                <c:pt idx="487">
                  <c:v>2020</c:v>
                </c:pt>
                <c:pt idx="488">
                  <c:v>2020</c:v>
                </c:pt>
                <c:pt idx="489">
                  <c:v>2020</c:v>
                </c:pt>
                <c:pt idx="490">
                  <c:v>2020</c:v>
                </c:pt>
                <c:pt idx="491">
                  <c:v>2020</c:v>
                </c:pt>
                <c:pt idx="492">
                  <c:v>2020</c:v>
                </c:pt>
                <c:pt idx="493">
                  <c:v>2020</c:v>
                </c:pt>
                <c:pt idx="494">
                  <c:v>2020</c:v>
                </c:pt>
                <c:pt idx="495">
                  <c:v>2020</c:v>
                </c:pt>
                <c:pt idx="496">
                  <c:v>2020</c:v>
                </c:pt>
                <c:pt idx="497">
                  <c:v>2020</c:v>
                </c:pt>
                <c:pt idx="498">
                  <c:v>2020</c:v>
                </c:pt>
                <c:pt idx="499">
                  <c:v>2020</c:v>
                </c:pt>
                <c:pt idx="500">
                  <c:v>2020</c:v>
                </c:pt>
                <c:pt idx="501">
                  <c:v>2020</c:v>
                </c:pt>
                <c:pt idx="502">
                  <c:v>2020</c:v>
                </c:pt>
                <c:pt idx="503">
                  <c:v>2020</c:v>
                </c:pt>
                <c:pt idx="504">
                  <c:v>2020</c:v>
                </c:pt>
                <c:pt idx="505">
                  <c:v>2020</c:v>
                </c:pt>
                <c:pt idx="506">
                  <c:v>2020</c:v>
                </c:pt>
                <c:pt idx="507">
                  <c:v>2020</c:v>
                </c:pt>
                <c:pt idx="508">
                  <c:v>2020</c:v>
                </c:pt>
                <c:pt idx="509">
                  <c:v>2020</c:v>
                </c:pt>
                <c:pt idx="510">
                  <c:v>2020</c:v>
                </c:pt>
                <c:pt idx="511">
                  <c:v>2020</c:v>
                </c:pt>
                <c:pt idx="512">
                  <c:v>2020</c:v>
                </c:pt>
                <c:pt idx="513">
                  <c:v>2020</c:v>
                </c:pt>
                <c:pt idx="514">
                  <c:v>2020</c:v>
                </c:pt>
                <c:pt idx="515">
                  <c:v>2021</c:v>
                </c:pt>
                <c:pt idx="516">
                  <c:v>2021</c:v>
                </c:pt>
                <c:pt idx="517">
                  <c:v>2021</c:v>
                </c:pt>
                <c:pt idx="518">
                  <c:v>2021</c:v>
                </c:pt>
                <c:pt idx="519">
                  <c:v>2021</c:v>
                </c:pt>
                <c:pt idx="520">
                  <c:v>2021</c:v>
                </c:pt>
                <c:pt idx="521">
                  <c:v>2021</c:v>
                </c:pt>
                <c:pt idx="522">
                  <c:v>2021</c:v>
                </c:pt>
                <c:pt idx="523">
                  <c:v>2021</c:v>
                </c:pt>
                <c:pt idx="524">
                  <c:v>2021</c:v>
                </c:pt>
                <c:pt idx="525">
                  <c:v>2021</c:v>
                </c:pt>
                <c:pt idx="526">
                  <c:v>2021</c:v>
                </c:pt>
                <c:pt idx="527">
                  <c:v>2021</c:v>
                </c:pt>
                <c:pt idx="528">
                  <c:v>2021</c:v>
                </c:pt>
                <c:pt idx="529">
                  <c:v>2021</c:v>
                </c:pt>
                <c:pt idx="530">
                  <c:v>2021</c:v>
                </c:pt>
                <c:pt idx="531">
                  <c:v>2021</c:v>
                </c:pt>
                <c:pt idx="532">
                  <c:v>2021</c:v>
                </c:pt>
                <c:pt idx="533">
                  <c:v>2021</c:v>
                </c:pt>
                <c:pt idx="534">
                  <c:v>2021</c:v>
                </c:pt>
                <c:pt idx="535">
                  <c:v>2021</c:v>
                </c:pt>
                <c:pt idx="536">
                  <c:v>2021</c:v>
                </c:pt>
                <c:pt idx="537">
                  <c:v>2021</c:v>
                </c:pt>
                <c:pt idx="538">
                  <c:v>2021</c:v>
                </c:pt>
                <c:pt idx="539">
                  <c:v>2021</c:v>
                </c:pt>
                <c:pt idx="540">
                  <c:v>2021</c:v>
                </c:pt>
                <c:pt idx="541">
                  <c:v>2021</c:v>
                </c:pt>
                <c:pt idx="542">
                  <c:v>2021</c:v>
                </c:pt>
                <c:pt idx="543">
                  <c:v>2021</c:v>
                </c:pt>
                <c:pt idx="544">
                  <c:v>2021</c:v>
                </c:pt>
                <c:pt idx="545">
                  <c:v>2021</c:v>
                </c:pt>
                <c:pt idx="546">
                  <c:v>2021</c:v>
                </c:pt>
                <c:pt idx="547">
                  <c:v>2021</c:v>
                </c:pt>
                <c:pt idx="548">
                  <c:v>2021</c:v>
                </c:pt>
                <c:pt idx="549">
                  <c:v>2021</c:v>
                </c:pt>
                <c:pt idx="550">
                  <c:v>2021</c:v>
                </c:pt>
                <c:pt idx="551">
                  <c:v>2021</c:v>
                </c:pt>
                <c:pt idx="552">
                  <c:v>2021</c:v>
                </c:pt>
                <c:pt idx="553">
                  <c:v>2021</c:v>
                </c:pt>
                <c:pt idx="554">
                  <c:v>2021</c:v>
                </c:pt>
                <c:pt idx="555">
                  <c:v>2021</c:v>
                </c:pt>
                <c:pt idx="556">
                  <c:v>2021</c:v>
                </c:pt>
                <c:pt idx="557">
                  <c:v>2021</c:v>
                </c:pt>
                <c:pt idx="558">
                  <c:v>2021</c:v>
                </c:pt>
                <c:pt idx="559">
                  <c:v>2021</c:v>
                </c:pt>
                <c:pt idx="560">
                  <c:v>2021</c:v>
                </c:pt>
                <c:pt idx="561">
                  <c:v>2021</c:v>
                </c:pt>
                <c:pt idx="562">
                  <c:v>2021</c:v>
                </c:pt>
                <c:pt idx="563">
                  <c:v>2021</c:v>
                </c:pt>
                <c:pt idx="564">
                  <c:v>2021</c:v>
                </c:pt>
                <c:pt idx="565">
                  <c:v>2021</c:v>
                </c:pt>
                <c:pt idx="566">
                  <c:v>2021</c:v>
                </c:pt>
                <c:pt idx="567">
                  <c:v>2022</c:v>
                </c:pt>
                <c:pt idx="568">
                  <c:v>2022</c:v>
                </c:pt>
                <c:pt idx="569">
                  <c:v>2022</c:v>
                </c:pt>
                <c:pt idx="570">
                  <c:v>2022</c:v>
                </c:pt>
                <c:pt idx="571">
                  <c:v>2022</c:v>
                </c:pt>
                <c:pt idx="572">
                  <c:v>2022</c:v>
                </c:pt>
                <c:pt idx="573">
                  <c:v>2022</c:v>
                </c:pt>
                <c:pt idx="574">
                  <c:v>2022</c:v>
                </c:pt>
                <c:pt idx="575">
                  <c:v>2022</c:v>
                </c:pt>
                <c:pt idx="576">
                  <c:v>2022</c:v>
                </c:pt>
                <c:pt idx="577">
                  <c:v>2022</c:v>
                </c:pt>
                <c:pt idx="578">
                  <c:v>2022</c:v>
                </c:pt>
                <c:pt idx="579">
                  <c:v>2022</c:v>
                </c:pt>
                <c:pt idx="580">
                  <c:v>2022</c:v>
                </c:pt>
                <c:pt idx="581">
                  <c:v>2022</c:v>
                </c:pt>
                <c:pt idx="582">
                  <c:v>2022</c:v>
                </c:pt>
                <c:pt idx="583">
                  <c:v>2022</c:v>
                </c:pt>
                <c:pt idx="584">
                  <c:v>2022</c:v>
                </c:pt>
                <c:pt idx="585">
                  <c:v>2022</c:v>
                </c:pt>
                <c:pt idx="586">
                  <c:v>2022</c:v>
                </c:pt>
                <c:pt idx="587">
                  <c:v>2022</c:v>
                </c:pt>
                <c:pt idx="588">
                  <c:v>2022</c:v>
                </c:pt>
                <c:pt idx="589">
                  <c:v>2022</c:v>
                </c:pt>
                <c:pt idx="590">
                  <c:v>2022</c:v>
                </c:pt>
                <c:pt idx="591">
                  <c:v>2022</c:v>
                </c:pt>
                <c:pt idx="592">
                  <c:v>2022</c:v>
                </c:pt>
                <c:pt idx="593">
                  <c:v>2022</c:v>
                </c:pt>
                <c:pt idx="594">
                  <c:v>2022</c:v>
                </c:pt>
                <c:pt idx="595">
                  <c:v>2022</c:v>
                </c:pt>
                <c:pt idx="596">
                  <c:v>2022</c:v>
                </c:pt>
                <c:pt idx="597">
                  <c:v>2022</c:v>
                </c:pt>
                <c:pt idx="598">
                  <c:v>2022</c:v>
                </c:pt>
                <c:pt idx="599">
                  <c:v>2022</c:v>
                </c:pt>
                <c:pt idx="600">
                  <c:v>2022</c:v>
                </c:pt>
                <c:pt idx="601">
                  <c:v>2022</c:v>
                </c:pt>
                <c:pt idx="602">
                  <c:v>2022</c:v>
                </c:pt>
                <c:pt idx="603">
                  <c:v>2022</c:v>
                </c:pt>
                <c:pt idx="604">
                  <c:v>2022</c:v>
                </c:pt>
                <c:pt idx="605">
                  <c:v>2022</c:v>
                </c:pt>
                <c:pt idx="606">
                  <c:v>2022</c:v>
                </c:pt>
                <c:pt idx="607">
                  <c:v>2022</c:v>
                </c:pt>
                <c:pt idx="608">
                  <c:v>2022</c:v>
                </c:pt>
                <c:pt idx="609">
                  <c:v>2022</c:v>
                </c:pt>
                <c:pt idx="610">
                  <c:v>2022</c:v>
                </c:pt>
                <c:pt idx="611">
                  <c:v>2022</c:v>
                </c:pt>
                <c:pt idx="612">
                  <c:v>2022</c:v>
                </c:pt>
                <c:pt idx="613">
                  <c:v>2022</c:v>
                </c:pt>
                <c:pt idx="614">
                  <c:v>2022</c:v>
                </c:pt>
                <c:pt idx="615">
                  <c:v>2022</c:v>
                </c:pt>
                <c:pt idx="616">
                  <c:v>2022</c:v>
                </c:pt>
                <c:pt idx="617">
                  <c:v>2022</c:v>
                </c:pt>
                <c:pt idx="618">
                  <c:v>2022</c:v>
                </c:pt>
                <c:pt idx="619">
                  <c:v>2023</c:v>
                </c:pt>
                <c:pt idx="620">
                  <c:v>2023</c:v>
                </c:pt>
                <c:pt idx="621">
                  <c:v>2023</c:v>
                </c:pt>
                <c:pt idx="622">
                  <c:v>2023</c:v>
                </c:pt>
                <c:pt idx="623">
                  <c:v>2023</c:v>
                </c:pt>
                <c:pt idx="624">
                  <c:v>2023</c:v>
                </c:pt>
                <c:pt idx="625">
                  <c:v>2023</c:v>
                </c:pt>
                <c:pt idx="626">
                  <c:v>2023</c:v>
                </c:pt>
                <c:pt idx="627">
                  <c:v>2023</c:v>
                </c:pt>
                <c:pt idx="628">
                  <c:v>2023</c:v>
                </c:pt>
                <c:pt idx="629">
                  <c:v>2023</c:v>
                </c:pt>
                <c:pt idx="630">
                  <c:v>2023</c:v>
                </c:pt>
                <c:pt idx="631">
                  <c:v>2023</c:v>
                </c:pt>
                <c:pt idx="632">
                  <c:v>2023</c:v>
                </c:pt>
                <c:pt idx="633">
                  <c:v>2023</c:v>
                </c:pt>
                <c:pt idx="634">
                  <c:v>2023</c:v>
                </c:pt>
                <c:pt idx="635">
                  <c:v>2023</c:v>
                </c:pt>
                <c:pt idx="636">
                  <c:v>2023</c:v>
                </c:pt>
                <c:pt idx="637">
                  <c:v>2023</c:v>
                </c:pt>
                <c:pt idx="638">
                  <c:v>2023</c:v>
                </c:pt>
                <c:pt idx="639">
                  <c:v>2023</c:v>
                </c:pt>
                <c:pt idx="640">
                  <c:v>2023</c:v>
                </c:pt>
                <c:pt idx="641">
                  <c:v>2023</c:v>
                </c:pt>
                <c:pt idx="642">
                  <c:v>2023</c:v>
                </c:pt>
                <c:pt idx="643">
                  <c:v>2023</c:v>
                </c:pt>
                <c:pt idx="644">
                  <c:v>2023</c:v>
                </c:pt>
                <c:pt idx="645">
                  <c:v>2023</c:v>
                </c:pt>
                <c:pt idx="646">
                  <c:v>2023</c:v>
                </c:pt>
                <c:pt idx="647">
                  <c:v>2023</c:v>
                </c:pt>
                <c:pt idx="648">
                  <c:v>2023</c:v>
                </c:pt>
                <c:pt idx="649">
                  <c:v>2023</c:v>
                </c:pt>
                <c:pt idx="650">
                  <c:v>2023</c:v>
                </c:pt>
                <c:pt idx="651">
                  <c:v>2023</c:v>
                </c:pt>
                <c:pt idx="652">
                  <c:v>2023</c:v>
                </c:pt>
                <c:pt idx="653">
                  <c:v>2023</c:v>
                </c:pt>
                <c:pt idx="654">
                  <c:v>2023</c:v>
                </c:pt>
                <c:pt idx="655">
                  <c:v>2023</c:v>
                </c:pt>
                <c:pt idx="656">
                  <c:v>2023</c:v>
                </c:pt>
                <c:pt idx="657">
                  <c:v>2023</c:v>
                </c:pt>
                <c:pt idx="658">
                  <c:v>2023</c:v>
                </c:pt>
                <c:pt idx="659">
                  <c:v>2023</c:v>
                </c:pt>
                <c:pt idx="660">
                  <c:v>2023</c:v>
                </c:pt>
                <c:pt idx="661">
                  <c:v>2023</c:v>
                </c:pt>
                <c:pt idx="662">
                  <c:v>2023</c:v>
                </c:pt>
                <c:pt idx="663">
                  <c:v>2023</c:v>
                </c:pt>
                <c:pt idx="664">
                  <c:v>2023</c:v>
                </c:pt>
                <c:pt idx="665">
                  <c:v>2023</c:v>
                </c:pt>
                <c:pt idx="666">
                  <c:v>2023</c:v>
                </c:pt>
                <c:pt idx="667">
                  <c:v>2023</c:v>
                </c:pt>
                <c:pt idx="668">
                  <c:v>2023</c:v>
                </c:pt>
                <c:pt idx="669">
                  <c:v>2023</c:v>
                </c:pt>
                <c:pt idx="670">
                  <c:v>2023</c:v>
                </c:pt>
                <c:pt idx="671">
                  <c:v>2024</c:v>
                </c:pt>
                <c:pt idx="672">
                  <c:v>2024</c:v>
                </c:pt>
                <c:pt idx="673">
                  <c:v>2024</c:v>
                </c:pt>
                <c:pt idx="674">
                  <c:v>2024</c:v>
                </c:pt>
                <c:pt idx="675">
                  <c:v>2024</c:v>
                </c:pt>
                <c:pt idx="676">
                  <c:v>2024</c:v>
                </c:pt>
                <c:pt idx="677">
                  <c:v>2024</c:v>
                </c:pt>
                <c:pt idx="678">
                  <c:v>2024</c:v>
                </c:pt>
                <c:pt idx="679">
                  <c:v>2024</c:v>
                </c:pt>
                <c:pt idx="680">
                  <c:v>2024</c:v>
                </c:pt>
                <c:pt idx="681">
                  <c:v>2024</c:v>
                </c:pt>
                <c:pt idx="682">
                  <c:v>2024</c:v>
                </c:pt>
                <c:pt idx="683">
                  <c:v>2024</c:v>
                </c:pt>
                <c:pt idx="684">
                  <c:v>2024</c:v>
                </c:pt>
                <c:pt idx="685">
                  <c:v>2024</c:v>
                </c:pt>
                <c:pt idx="686">
                  <c:v>2024</c:v>
                </c:pt>
                <c:pt idx="687">
                  <c:v>2024</c:v>
                </c:pt>
                <c:pt idx="688">
                  <c:v>2024</c:v>
                </c:pt>
                <c:pt idx="689">
                  <c:v>2024</c:v>
                </c:pt>
                <c:pt idx="690">
                  <c:v>2024</c:v>
                </c:pt>
                <c:pt idx="691">
                  <c:v>2024</c:v>
                </c:pt>
                <c:pt idx="692">
                  <c:v>2024</c:v>
                </c:pt>
                <c:pt idx="693">
                  <c:v>2024</c:v>
                </c:pt>
                <c:pt idx="694">
                  <c:v>2024</c:v>
                </c:pt>
                <c:pt idx="695">
                  <c:v>2024</c:v>
                </c:pt>
                <c:pt idx="696">
                  <c:v>2024</c:v>
                </c:pt>
                <c:pt idx="697">
                  <c:v>2024</c:v>
                </c:pt>
                <c:pt idx="698">
                  <c:v>2024</c:v>
                </c:pt>
                <c:pt idx="699">
                  <c:v>2024</c:v>
                </c:pt>
                <c:pt idx="700">
                  <c:v>2024</c:v>
                </c:pt>
                <c:pt idx="701">
                  <c:v>2024</c:v>
                </c:pt>
                <c:pt idx="702">
                  <c:v>2024</c:v>
                </c:pt>
                <c:pt idx="703">
                  <c:v>2024</c:v>
                </c:pt>
                <c:pt idx="704">
                  <c:v>2024</c:v>
                </c:pt>
                <c:pt idx="705">
                  <c:v>2024</c:v>
                </c:pt>
                <c:pt idx="706">
                  <c:v>2024</c:v>
                </c:pt>
                <c:pt idx="707">
                  <c:v>2024</c:v>
                </c:pt>
                <c:pt idx="708">
                  <c:v>2024</c:v>
                </c:pt>
                <c:pt idx="709">
                  <c:v>2024</c:v>
                </c:pt>
                <c:pt idx="710">
                  <c:v>2024</c:v>
                </c:pt>
                <c:pt idx="711">
                  <c:v>2024</c:v>
                </c:pt>
                <c:pt idx="712">
                  <c:v>2024</c:v>
                </c:pt>
                <c:pt idx="713">
                  <c:v>2024</c:v>
                </c:pt>
                <c:pt idx="714">
                  <c:v>2024</c:v>
                </c:pt>
                <c:pt idx="715">
                  <c:v>2024</c:v>
                </c:pt>
                <c:pt idx="716">
                  <c:v>2024</c:v>
                </c:pt>
                <c:pt idx="717">
                  <c:v>2024</c:v>
                </c:pt>
                <c:pt idx="718">
                  <c:v>2024</c:v>
                </c:pt>
                <c:pt idx="719">
                  <c:v>2024</c:v>
                </c:pt>
                <c:pt idx="720">
                  <c:v>2024</c:v>
                </c:pt>
                <c:pt idx="721">
                  <c:v>2024</c:v>
                </c:pt>
                <c:pt idx="722">
                  <c:v>2024</c:v>
                </c:pt>
                <c:pt idx="723">
                  <c:v>2024</c:v>
                </c:pt>
                <c:pt idx="724">
                  <c:v>2025</c:v>
                </c:pt>
                <c:pt idx="725">
                  <c:v>2025</c:v>
                </c:pt>
                <c:pt idx="726">
                  <c:v>2025</c:v>
                </c:pt>
                <c:pt idx="727">
                  <c:v>2025</c:v>
                </c:pt>
                <c:pt idx="728">
                  <c:v>2025</c:v>
                </c:pt>
                <c:pt idx="729">
                  <c:v>2025</c:v>
                </c:pt>
                <c:pt idx="730">
                  <c:v>2025</c:v>
                </c:pt>
                <c:pt idx="731">
                  <c:v>2025</c:v>
                </c:pt>
                <c:pt idx="732">
                  <c:v>2025</c:v>
                </c:pt>
                <c:pt idx="733">
                  <c:v>2025</c:v>
                </c:pt>
                <c:pt idx="734">
                  <c:v>2025</c:v>
                </c:pt>
                <c:pt idx="735">
                  <c:v>2025</c:v>
                </c:pt>
                <c:pt idx="736">
                  <c:v>2025</c:v>
                </c:pt>
                <c:pt idx="737">
                  <c:v>2025</c:v>
                </c:pt>
                <c:pt idx="738">
                  <c:v>2025</c:v>
                </c:pt>
                <c:pt idx="739">
                  <c:v>2025</c:v>
                </c:pt>
                <c:pt idx="740">
                  <c:v>2025</c:v>
                </c:pt>
                <c:pt idx="741">
                  <c:v>2025</c:v>
                </c:pt>
                <c:pt idx="742">
                  <c:v>2025</c:v>
                </c:pt>
                <c:pt idx="743">
                  <c:v>2025</c:v>
                </c:pt>
                <c:pt idx="744">
                  <c:v>2025</c:v>
                </c:pt>
                <c:pt idx="745">
                  <c:v>2025</c:v>
                </c:pt>
                <c:pt idx="746">
                  <c:v>2025</c:v>
                </c:pt>
                <c:pt idx="747">
                  <c:v>2025</c:v>
                </c:pt>
                <c:pt idx="748">
                  <c:v>2025</c:v>
                </c:pt>
                <c:pt idx="749">
                  <c:v>2025</c:v>
                </c:pt>
                <c:pt idx="750">
                  <c:v>2025</c:v>
                </c:pt>
                <c:pt idx="751">
                  <c:v>2025</c:v>
                </c:pt>
                <c:pt idx="752">
                  <c:v>2025</c:v>
                </c:pt>
                <c:pt idx="753">
                  <c:v>2025</c:v>
                </c:pt>
                <c:pt idx="754">
                  <c:v>2025</c:v>
                </c:pt>
                <c:pt idx="755">
                  <c:v>2025</c:v>
                </c:pt>
                <c:pt idx="756">
                  <c:v>2025</c:v>
                </c:pt>
                <c:pt idx="757">
                  <c:v>2025</c:v>
                </c:pt>
                <c:pt idx="758">
                  <c:v>2025</c:v>
                </c:pt>
                <c:pt idx="759">
                  <c:v>2025</c:v>
                </c:pt>
                <c:pt idx="760">
                  <c:v>2025</c:v>
                </c:pt>
                <c:pt idx="761">
                  <c:v>2025</c:v>
                </c:pt>
                <c:pt idx="762">
                  <c:v>2025</c:v>
                </c:pt>
                <c:pt idx="763">
                  <c:v>2025</c:v>
                </c:pt>
                <c:pt idx="764">
                  <c:v>2025</c:v>
                </c:pt>
                <c:pt idx="765">
                  <c:v>2025</c:v>
                </c:pt>
                <c:pt idx="766">
                  <c:v>2025</c:v>
                </c:pt>
                <c:pt idx="767">
                  <c:v>2025</c:v>
                </c:pt>
                <c:pt idx="768">
                  <c:v>2025</c:v>
                </c:pt>
                <c:pt idx="769">
                  <c:v>2025</c:v>
                </c:pt>
                <c:pt idx="770">
                  <c:v>2025</c:v>
                </c:pt>
                <c:pt idx="771">
                  <c:v>2025</c:v>
                </c:pt>
                <c:pt idx="772">
                  <c:v>2025</c:v>
                </c:pt>
                <c:pt idx="773">
                  <c:v>2025</c:v>
                </c:pt>
                <c:pt idx="774">
                  <c:v>2025</c:v>
                </c:pt>
                <c:pt idx="775">
                  <c:v>2025</c:v>
                </c:pt>
                <c:pt idx="776">
                  <c:v>2026</c:v>
                </c:pt>
                <c:pt idx="777">
                  <c:v>2026</c:v>
                </c:pt>
                <c:pt idx="778">
                  <c:v>2026</c:v>
                </c:pt>
                <c:pt idx="779">
                  <c:v>2026</c:v>
                </c:pt>
                <c:pt idx="780">
                  <c:v>2026</c:v>
                </c:pt>
                <c:pt idx="781">
                  <c:v>2026</c:v>
                </c:pt>
                <c:pt idx="782">
                  <c:v>2026</c:v>
                </c:pt>
                <c:pt idx="783">
                  <c:v>2026</c:v>
                </c:pt>
                <c:pt idx="784">
                  <c:v>2026</c:v>
                </c:pt>
                <c:pt idx="785">
                  <c:v>2026</c:v>
                </c:pt>
                <c:pt idx="786">
                  <c:v>2026</c:v>
                </c:pt>
                <c:pt idx="787">
                  <c:v>2026</c:v>
                </c:pt>
                <c:pt idx="788">
                  <c:v>2026</c:v>
                </c:pt>
                <c:pt idx="789">
                  <c:v>2026</c:v>
                </c:pt>
                <c:pt idx="790">
                  <c:v>2026</c:v>
                </c:pt>
                <c:pt idx="791">
                  <c:v>2026</c:v>
                </c:pt>
                <c:pt idx="792">
                  <c:v>2026</c:v>
                </c:pt>
                <c:pt idx="793">
                  <c:v>2026</c:v>
                </c:pt>
                <c:pt idx="794">
                  <c:v>2026</c:v>
                </c:pt>
                <c:pt idx="795">
                  <c:v>2026</c:v>
                </c:pt>
                <c:pt idx="796">
                  <c:v>2026</c:v>
                </c:pt>
                <c:pt idx="797">
                  <c:v>2026</c:v>
                </c:pt>
                <c:pt idx="798">
                  <c:v>2026</c:v>
                </c:pt>
                <c:pt idx="799">
                  <c:v>2026</c:v>
                </c:pt>
                <c:pt idx="800">
                  <c:v>2026</c:v>
                </c:pt>
                <c:pt idx="801">
                  <c:v>2026</c:v>
                </c:pt>
                <c:pt idx="802">
                  <c:v>2026</c:v>
                </c:pt>
                <c:pt idx="803">
                  <c:v>2026</c:v>
                </c:pt>
                <c:pt idx="804">
                  <c:v>2026</c:v>
                </c:pt>
                <c:pt idx="805">
                  <c:v>2026</c:v>
                </c:pt>
                <c:pt idx="806">
                  <c:v>2026</c:v>
                </c:pt>
                <c:pt idx="807">
                  <c:v>2026</c:v>
                </c:pt>
                <c:pt idx="808">
                  <c:v>2026</c:v>
                </c:pt>
              </c:strCache>
            </c:strRef>
          </c:cat>
          <c:val>
            <c:numRef>
              <c:f>Sheet1!$B$2:$B$810</c:f>
              <c:numCache>
                <c:formatCode>General</c:formatCode>
                <c:ptCount val="809"/>
                <c:pt idx="0">
                  <c:v>0.21310000000000001</c:v>
                </c:pt>
                <c:pt idx="1">
                  <c:v>0.25530000000000003</c:v>
                </c:pt>
                <c:pt idx="2">
                  <c:v>0.13880000000000001</c:v>
                </c:pt>
                <c:pt idx="3">
                  <c:v>0.1658</c:v>
                </c:pt>
                <c:pt idx="4">
                  <c:v>0.2137</c:v>
                </c:pt>
                <c:pt idx="5">
                  <c:v>0.2984</c:v>
                </c:pt>
                <c:pt idx="6">
                  <c:v>0.18720000000000001</c:v>
                </c:pt>
                <c:pt idx="7">
                  <c:v>0.21690000000000001</c:v>
                </c:pt>
                <c:pt idx="8">
                  <c:v>0.2324</c:v>
                </c:pt>
                <c:pt idx="9">
                  <c:v>0.2253</c:v>
                </c:pt>
                <c:pt idx="10">
                  <c:v>0.13159999999999999</c:v>
                </c:pt>
                <c:pt idx="11">
                  <c:v>0.22839999999999999</c:v>
                </c:pt>
                <c:pt idx="12">
                  <c:v>0.39179999999999998</c:v>
                </c:pt>
                <c:pt idx="13">
                  <c:v>0.30070000000000002</c:v>
                </c:pt>
                <c:pt idx="14">
                  <c:v>0.1767</c:v>
                </c:pt>
                <c:pt idx="15">
                  <c:v>0.13569999999999999</c:v>
                </c:pt>
                <c:pt idx="16">
                  <c:v>0.19189999999999999</c:v>
                </c:pt>
                <c:pt idx="17">
                  <c:v>0.25269999999999998</c:v>
                </c:pt>
                <c:pt idx="18">
                  <c:v>0.19889999999999999</c:v>
                </c:pt>
                <c:pt idx="19">
                  <c:v>0.2316</c:v>
                </c:pt>
                <c:pt idx="20">
                  <c:v>0.1938</c:v>
                </c:pt>
                <c:pt idx="21">
                  <c:v>0.1648</c:v>
                </c:pt>
                <c:pt idx="22">
                  <c:v>0.21210000000000001</c:v>
                </c:pt>
                <c:pt idx="23">
                  <c:v>0.1661</c:v>
                </c:pt>
                <c:pt idx="24">
                  <c:v>0.1832</c:v>
                </c:pt>
                <c:pt idx="25">
                  <c:v>0.1852</c:v>
                </c:pt>
                <c:pt idx="26">
                  <c:v>0.249</c:v>
                </c:pt>
                <c:pt idx="27">
                  <c:v>0.26379999999999998</c:v>
                </c:pt>
                <c:pt idx="28">
                  <c:v>0.31259999999999999</c:v>
                </c:pt>
                <c:pt idx="29">
                  <c:v>0.20369999999999999</c:v>
                </c:pt>
                <c:pt idx="30">
                  <c:v>0.1366</c:v>
                </c:pt>
                <c:pt idx="31">
                  <c:v>0.12429999999999999</c:v>
                </c:pt>
                <c:pt idx="32">
                  <c:v>0.16919999999999999</c:v>
                </c:pt>
                <c:pt idx="33">
                  <c:v>0.16719999999999999</c:v>
                </c:pt>
                <c:pt idx="34">
                  <c:v>0.1148</c:v>
                </c:pt>
                <c:pt idx="35">
                  <c:v>0.13389999999999999</c:v>
                </c:pt>
                <c:pt idx="36">
                  <c:v>0.18920000000000001</c:v>
                </c:pt>
                <c:pt idx="37">
                  <c:v>0.14699999999999999</c:v>
                </c:pt>
                <c:pt idx="38">
                  <c:v>0.1731</c:v>
                </c:pt>
                <c:pt idx="39">
                  <c:v>0.2064</c:v>
                </c:pt>
                <c:pt idx="40">
                  <c:v>0.14949999999999999</c:v>
                </c:pt>
                <c:pt idx="41">
                  <c:v>0.17630000000000001</c:v>
                </c:pt>
                <c:pt idx="42">
                  <c:v>0.20169999999999999</c:v>
                </c:pt>
                <c:pt idx="43">
                  <c:v>0.1232</c:v>
                </c:pt>
                <c:pt idx="44">
                  <c:v>0.20599999999999999</c:v>
                </c:pt>
                <c:pt idx="45">
                  <c:v>0.15629999999999999</c:v>
                </c:pt>
                <c:pt idx="46">
                  <c:v>0.18140000000000001</c:v>
                </c:pt>
                <c:pt idx="47">
                  <c:v>0.22339999999999999</c:v>
                </c:pt>
                <c:pt idx="48">
                  <c:v>0.28820000000000001</c:v>
                </c:pt>
                <c:pt idx="49">
                  <c:v>0.36890000000000001</c:v>
                </c:pt>
                <c:pt idx="50">
                  <c:v>0.13600000000000001</c:v>
                </c:pt>
                <c:pt idx="51">
                  <c:v>0.1119</c:v>
                </c:pt>
                <c:pt idx="52">
                  <c:v>0.23980000000000001</c:v>
                </c:pt>
                <c:pt idx="53">
                  <c:v>0.11990000000000001</c:v>
                </c:pt>
                <c:pt idx="54">
                  <c:v>0.20599999999999999</c:v>
                </c:pt>
                <c:pt idx="55">
                  <c:v>0.17899999999999999</c:v>
                </c:pt>
                <c:pt idx="56">
                  <c:v>0.20569999999999999</c:v>
                </c:pt>
                <c:pt idx="57">
                  <c:v>0.1111</c:v>
                </c:pt>
                <c:pt idx="58">
                  <c:v>0.1971</c:v>
                </c:pt>
                <c:pt idx="59">
                  <c:v>0.17199999999999999</c:v>
                </c:pt>
                <c:pt idx="60">
                  <c:v>0.16070000000000001</c:v>
                </c:pt>
                <c:pt idx="61">
                  <c:v>0.18149999999999999</c:v>
                </c:pt>
                <c:pt idx="62">
                  <c:v>0.25819999999999999</c:v>
                </c:pt>
                <c:pt idx="63">
                  <c:v>0.12989999999999999</c:v>
                </c:pt>
                <c:pt idx="64">
                  <c:v>0.12379999999999999</c:v>
                </c:pt>
                <c:pt idx="65">
                  <c:v>0.20760000000000001</c:v>
                </c:pt>
                <c:pt idx="66">
                  <c:v>0.23200000000000001</c:v>
                </c:pt>
                <c:pt idx="67">
                  <c:v>0.1147</c:v>
                </c:pt>
                <c:pt idx="68">
                  <c:v>0.22539999999999999</c:v>
                </c:pt>
                <c:pt idx="69">
                  <c:v>0.22009999999999999</c:v>
                </c:pt>
                <c:pt idx="70">
                  <c:v>0.1394</c:v>
                </c:pt>
                <c:pt idx="71">
                  <c:v>0.17330000000000001</c:v>
                </c:pt>
                <c:pt idx="72">
                  <c:v>0.19700000000000001</c:v>
                </c:pt>
                <c:pt idx="73">
                  <c:v>0.1376</c:v>
                </c:pt>
                <c:pt idx="74">
                  <c:v>0.17810000000000001</c:v>
                </c:pt>
                <c:pt idx="75">
                  <c:v>0.2094</c:v>
                </c:pt>
                <c:pt idx="76">
                  <c:v>0.1069</c:v>
                </c:pt>
                <c:pt idx="77">
                  <c:v>0.25869999999999999</c:v>
                </c:pt>
                <c:pt idx="78">
                  <c:v>0.2225</c:v>
                </c:pt>
                <c:pt idx="79">
                  <c:v>0.17649999999999999</c:v>
                </c:pt>
                <c:pt idx="80">
                  <c:v>0.223</c:v>
                </c:pt>
                <c:pt idx="81">
                  <c:v>0.1111</c:v>
                </c:pt>
                <c:pt idx="82">
                  <c:v>0.13200000000000001</c:v>
                </c:pt>
                <c:pt idx="83">
                  <c:v>0.126</c:v>
                </c:pt>
                <c:pt idx="84">
                  <c:v>0.1065</c:v>
                </c:pt>
                <c:pt idx="85">
                  <c:v>8.5999999999999993E-2</c:v>
                </c:pt>
                <c:pt idx="86">
                  <c:v>0.1658</c:v>
                </c:pt>
                <c:pt idx="87">
                  <c:v>0.1961</c:v>
                </c:pt>
                <c:pt idx="88">
                  <c:v>0.12690000000000001</c:v>
                </c:pt>
                <c:pt idx="89">
                  <c:v>0.13500000000000001</c:v>
                </c:pt>
                <c:pt idx="90">
                  <c:v>0.13639999999999999</c:v>
                </c:pt>
                <c:pt idx="91">
                  <c:v>0.11459999999999999</c:v>
                </c:pt>
                <c:pt idx="92">
                  <c:v>8.7599999999999997E-2</c:v>
                </c:pt>
                <c:pt idx="93">
                  <c:v>0.1085</c:v>
                </c:pt>
                <c:pt idx="94">
                  <c:v>7.3400000000000007E-2</c:v>
                </c:pt>
                <c:pt idx="95">
                  <c:v>0.1186</c:v>
                </c:pt>
                <c:pt idx="96">
                  <c:v>0.1172</c:v>
                </c:pt>
                <c:pt idx="97">
                  <c:v>0.1754</c:v>
                </c:pt>
                <c:pt idx="98">
                  <c:v>0.18779999999999999</c:v>
                </c:pt>
                <c:pt idx="99">
                  <c:v>0.2041</c:v>
                </c:pt>
                <c:pt idx="100">
                  <c:v>0.26340000000000002</c:v>
                </c:pt>
                <c:pt idx="101">
                  <c:v>0.18229999999999999</c:v>
                </c:pt>
                <c:pt idx="102">
                  <c:v>0.1172</c:v>
                </c:pt>
                <c:pt idx="103">
                  <c:v>0.14319999999999999</c:v>
                </c:pt>
                <c:pt idx="104">
                  <c:v>0.1358</c:v>
                </c:pt>
                <c:pt idx="105">
                  <c:v>0.1208</c:v>
                </c:pt>
                <c:pt idx="106">
                  <c:v>0.14680000000000001</c:v>
                </c:pt>
                <c:pt idx="107">
                  <c:v>0.15720000000000001</c:v>
                </c:pt>
                <c:pt idx="108">
                  <c:v>0.1668</c:v>
                </c:pt>
                <c:pt idx="109">
                  <c:v>0.26669999999999999</c:v>
                </c:pt>
                <c:pt idx="110">
                  <c:v>0.1988</c:v>
                </c:pt>
                <c:pt idx="111">
                  <c:v>0.21110000000000001</c:v>
                </c:pt>
                <c:pt idx="112">
                  <c:v>0.17349999999999999</c:v>
                </c:pt>
                <c:pt idx="113">
                  <c:v>0.1047</c:v>
                </c:pt>
                <c:pt idx="114">
                  <c:v>8.9800000000000005E-2</c:v>
                </c:pt>
                <c:pt idx="115">
                  <c:v>0.1615</c:v>
                </c:pt>
                <c:pt idx="116">
                  <c:v>0.14749999999999999</c:v>
                </c:pt>
                <c:pt idx="117">
                  <c:v>0.1502</c:v>
                </c:pt>
                <c:pt idx="118">
                  <c:v>8.2600000000000007E-2</c:v>
                </c:pt>
                <c:pt idx="119">
                  <c:v>0.15140000000000001</c:v>
                </c:pt>
                <c:pt idx="120">
                  <c:v>0.19969999999999999</c:v>
                </c:pt>
                <c:pt idx="121">
                  <c:v>0.14219999999999999</c:v>
                </c:pt>
                <c:pt idx="122">
                  <c:v>9.7199999999999995E-2</c:v>
                </c:pt>
                <c:pt idx="123">
                  <c:v>0.17599999999999999</c:v>
                </c:pt>
                <c:pt idx="124">
                  <c:v>0.16209999999999999</c:v>
                </c:pt>
                <c:pt idx="125">
                  <c:v>0.18890000000000001</c:v>
                </c:pt>
                <c:pt idx="126">
                  <c:v>0.1905</c:v>
                </c:pt>
                <c:pt idx="127">
                  <c:v>0.1308</c:v>
                </c:pt>
                <c:pt idx="128">
                  <c:v>0.23949999999999999</c:v>
                </c:pt>
                <c:pt idx="129">
                  <c:v>0.1769</c:v>
                </c:pt>
                <c:pt idx="130">
                  <c:v>0.1951</c:v>
                </c:pt>
                <c:pt idx="131">
                  <c:v>0.11899999999999999</c:v>
                </c:pt>
                <c:pt idx="132">
                  <c:v>0.1123</c:v>
                </c:pt>
                <c:pt idx="133">
                  <c:v>9.5399999999999999E-2</c:v>
                </c:pt>
                <c:pt idx="134">
                  <c:v>0.1201</c:v>
                </c:pt>
                <c:pt idx="135">
                  <c:v>0.1082</c:v>
                </c:pt>
                <c:pt idx="136">
                  <c:v>0.1183</c:v>
                </c:pt>
                <c:pt idx="137">
                  <c:v>0.25030000000000002</c:v>
                </c:pt>
                <c:pt idx="138">
                  <c:v>0.2787</c:v>
                </c:pt>
                <c:pt idx="139">
                  <c:v>0.47149999999999997</c:v>
                </c:pt>
                <c:pt idx="140">
                  <c:v>0.38569999999999999</c:v>
                </c:pt>
                <c:pt idx="141">
                  <c:v>0.26550000000000001</c:v>
                </c:pt>
                <c:pt idx="142">
                  <c:v>0.1391</c:v>
                </c:pt>
                <c:pt idx="143">
                  <c:v>0.14960000000000001</c:v>
                </c:pt>
                <c:pt idx="144">
                  <c:v>0.15190000000000001</c:v>
                </c:pt>
                <c:pt idx="145">
                  <c:v>0.1318</c:v>
                </c:pt>
                <c:pt idx="146">
                  <c:v>0.13059999999999999</c:v>
                </c:pt>
                <c:pt idx="147">
                  <c:v>0.1003</c:v>
                </c:pt>
                <c:pt idx="148">
                  <c:v>0.12620000000000001</c:v>
                </c:pt>
                <c:pt idx="149">
                  <c:v>0.15010000000000001</c:v>
                </c:pt>
                <c:pt idx="150">
                  <c:v>0.14360000000000001</c:v>
                </c:pt>
                <c:pt idx="151">
                  <c:v>0.18940000000000001</c:v>
                </c:pt>
                <c:pt idx="152">
                  <c:v>0.1082</c:v>
                </c:pt>
                <c:pt idx="153">
                  <c:v>0.1706</c:v>
                </c:pt>
                <c:pt idx="154">
                  <c:v>0.17330000000000001</c:v>
                </c:pt>
                <c:pt idx="155">
                  <c:v>0.11360000000000001</c:v>
                </c:pt>
                <c:pt idx="156">
                  <c:v>0.13850000000000001</c:v>
                </c:pt>
                <c:pt idx="157">
                  <c:v>0.14610000000000001</c:v>
                </c:pt>
                <c:pt idx="158">
                  <c:v>0.12909999999999999</c:v>
                </c:pt>
                <c:pt idx="159">
                  <c:v>0.11550000000000001</c:v>
                </c:pt>
                <c:pt idx="160">
                  <c:v>0.1515</c:v>
                </c:pt>
                <c:pt idx="161">
                  <c:v>0.16420000000000001</c:v>
                </c:pt>
                <c:pt idx="162">
                  <c:v>0.1502</c:v>
                </c:pt>
                <c:pt idx="163">
                  <c:v>8.7099999999999997E-2</c:v>
                </c:pt>
                <c:pt idx="164">
                  <c:v>0.13469999999999999</c:v>
                </c:pt>
                <c:pt idx="165">
                  <c:v>0.17549999999999999</c:v>
                </c:pt>
                <c:pt idx="166">
                  <c:v>0.20119999999999999</c:v>
                </c:pt>
                <c:pt idx="167">
                  <c:v>0.1087</c:v>
                </c:pt>
                <c:pt idx="168">
                  <c:v>0.1017</c:v>
                </c:pt>
                <c:pt idx="169">
                  <c:v>0.15140000000000001</c:v>
                </c:pt>
                <c:pt idx="170">
                  <c:v>0.14280000000000001</c:v>
                </c:pt>
                <c:pt idx="171">
                  <c:v>0.12989999999999999</c:v>
                </c:pt>
                <c:pt idx="172">
                  <c:v>0.1691</c:v>
                </c:pt>
                <c:pt idx="173">
                  <c:v>0.14829999999999999</c:v>
                </c:pt>
                <c:pt idx="174">
                  <c:v>0.11609999999999999</c:v>
                </c:pt>
                <c:pt idx="175">
                  <c:v>0.1439</c:v>
                </c:pt>
                <c:pt idx="176">
                  <c:v>0.15640000000000001</c:v>
                </c:pt>
                <c:pt idx="177">
                  <c:v>0.15609999999999999</c:v>
                </c:pt>
                <c:pt idx="178">
                  <c:v>0.15140000000000001</c:v>
                </c:pt>
                <c:pt idx="179">
                  <c:v>0.18529999999999999</c:v>
                </c:pt>
                <c:pt idx="180">
                  <c:v>0.16059999999999999</c:v>
                </c:pt>
                <c:pt idx="181">
                  <c:v>0.16500000000000001</c:v>
                </c:pt>
                <c:pt idx="182">
                  <c:v>0.24759999999999999</c:v>
                </c:pt>
                <c:pt idx="183">
                  <c:v>0.1104</c:v>
                </c:pt>
                <c:pt idx="184">
                  <c:v>0.1118</c:v>
                </c:pt>
                <c:pt idx="185">
                  <c:v>0.1168</c:v>
                </c:pt>
                <c:pt idx="186">
                  <c:v>0.1265</c:v>
                </c:pt>
                <c:pt idx="187">
                  <c:v>0.10639999999999999</c:v>
                </c:pt>
                <c:pt idx="188">
                  <c:v>0.1704</c:v>
                </c:pt>
                <c:pt idx="189">
                  <c:v>0.16389999999999999</c:v>
                </c:pt>
                <c:pt idx="190">
                  <c:v>0.1133</c:v>
                </c:pt>
                <c:pt idx="191">
                  <c:v>0.12939999999999999</c:v>
                </c:pt>
                <c:pt idx="192">
                  <c:v>0.11269999999999999</c:v>
                </c:pt>
                <c:pt idx="193">
                  <c:v>0.1188</c:v>
                </c:pt>
                <c:pt idx="194">
                  <c:v>0.11990000000000001</c:v>
                </c:pt>
                <c:pt idx="195">
                  <c:v>0.1242</c:v>
                </c:pt>
                <c:pt idx="196">
                  <c:v>9.1399999999999995E-2</c:v>
                </c:pt>
                <c:pt idx="197">
                  <c:v>0.1595</c:v>
                </c:pt>
                <c:pt idx="198">
                  <c:v>0.13789999999999999</c:v>
                </c:pt>
                <c:pt idx="199">
                  <c:v>0.14660000000000001</c:v>
                </c:pt>
                <c:pt idx="200">
                  <c:v>0.1867</c:v>
                </c:pt>
                <c:pt idx="201">
                  <c:v>0.1024</c:v>
                </c:pt>
                <c:pt idx="202">
                  <c:v>0.113</c:v>
                </c:pt>
                <c:pt idx="203">
                  <c:v>8.0299999999999996E-2</c:v>
                </c:pt>
                <c:pt idx="204">
                  <c:v>0.151</c:v>
                </c:pt>
                <c:pt idx="205">
                  <c:v>0.1832</c:v>
                </c:pt>
                <c:pt idx="206">
                  <c:v>0.14979999999999999</c:v>
                </c:pt>
                <c:pt idx="207">
                  <c:v>0.18010000000000001</c:v>
                </c:pt>
                <c:pt idx="208">
                  <c:v>0.18490000000000001</c:v>
                </c:pt>
                <c:pt idx="209">
                  <c:v>0.13980000000000001</c:v>
                </c:pt>
                <c:pt idx="210">
                  <c:v>0.2442</c:v>
                </c:pt>
                <c:pt idx="211">
                  <c:v>0.1411</c:v>
                </c:pt>
                <c:pt idx="212">
                  <c:v>0.1603</c:v>
                </c:pt>
                <c:pt idx="213">
                  <c:v>0.15440000000000001</c:v>
                </c:pt>
                <c:pt idx="214">
                  <c:v>0.16980000000000001</c:v>
                </c:pt>
                <c:pt idx="215">
                  <c:v>0.1099</c:v>
                </c:pt>
                <c:pt idx="216">
                  <c:v>9.5100000000000004E-2</c:v>
                </c:pt>
                <c:pt idx="217">
                  <c:v>0.17960000000000001</c:v>
                </c:pt>
                <c:pt idx="218">
                  <c:v>0.14929999999999999</c:v>
                </c:pt>
                <c:pt idx="219">
                  <c:v>0.15529999999999999</c:v>
                </c:pt>
                <c:pt idx="220">
                  <c:v>0.113</c:v>
                </c:pt>
                <c:pt idx="221">
                  <c:v>0.17649999999999999</c:v>
                </c:pt>
                <c:pt idx="222">
                  <c:v>0.1681</c:v>
                </c:pt>
                <c:pt idx="223">
                  <c:v>9.7699999999999995E-2</c:v>
                </c:pt>
                <c:pt idx="224">
                  <c:v>0.18479999999999999</c:v>
                </c:pt>
                <c:pt idx="225">
                  <c:v>0.20519999999999999</c:v>
                </c:pt>
                <c:pt idx="226">
                  <c:v>0.15690000000000001</c:v>
                </c:pt>
                <c:pt idx="227">
                  <c:v>0.1646</c:v>
                </c:pt>
                <c:pt idx="228">
                  <c:v>0.14149999999999999</c:v>
                </c:pt>
                <c:pt idx="229">
                  <c:v>0.1888</c:v>
                </c:pt>
                <c:pt idx="230">
                  <c:v>0.13519999999999999</c:v>
                </c:pt>
                <c:pt idx="231">
                  <c:v>0.18459999999999999</c:v>
                </c:pt>
                <c:pt idx="232">
                  <c:v>0.1721</c:v>
                </c:pt>
                <c:pt idx="233">
                  <c:v>0.15279999999999999</c:v>
                </c:pt>
                <c:pt idx="234">
                  <c:v>9.98E-2</c:v>
                </c:pt>
                <c:pt idx="235">
                  <c:v>0.1053</c:v>
                </c:pt>
                <c:pt idx="236">
                  <c:v>0.1263</c:v>
                </c:pt>
                <c:pt idx="237">
                  <c:v>0.12790000000000001</c:v>
                </c:pt>
                <c:pt idx="238">
                  <c:v>0.1691</c:v>
                </c:pt>
                <c:pt idx="239">
                  <c:v>0.2094</c:v>
                </c:pt>
                <c:pt idx="240">
                  <c:v>0.1353</c:v>
                </c:pt>
                <c:pt idx="241">
                  <c:v>0.21149999999999999</c:v>
                </c:pt>
                <c:pt idx="242">
                  <c:v>0.218</c:v>
                </c:pt>
                <c:pt idx="243">
                  <c:v>0.14979999999999999</c:v>
                </c:pt>
                <c:pt idx="244">
                  <c:v>0.2147</c:v>
                </c:pt>
                <c:pt idx="245">
                  <c:v>0.15909999999999999</c:v>
                </c:pt>
                <c:pt idx="246">
                  <c:v>0.19</c:v>
                </c:pt>
                <c:pt idx="247">
                  <c:v>0.12909999999999999</c:v>
                </c:pt>
                <c:pt idx="248">
                  <c:v>0.21210000000000001</c:v>
                </c:pt>
                <c:pt idx="249">
                  <c:v>0.13109999999999999</c:v>
                </c:pt>
                <c:pt idx="250">
                  <c:v>0.1694</c:v>
                </c:pt>
                <c:pt idx="251">
                  <c:v>0.20799999999999999</c:v>
                </c:pt>
                <c:pt idx="252">
                  <c:v>0.1842</c:v>
                </c:pt>
                <c:pt idx="253">
                  <c:v>0.1115</c:v>
                </c:pt>
                <c:pt idx="254">
                  <c:v>0.1166</c:v>
                </c:pt>
                <c:pt idx="255">
                  <c:v>0.26150000000000001</c:v>
                </c:pt>
                <c:pt idx="256">
                  <c:v>0.14280000000000001</c:v>
                </c:pt>
                <c:pt idx="257">
                  <c:v>0.1605</c:v>
                </c:pt>
                <c:pt idx="258">
                  <c:v>0.16039999999999999</c:v>
                </c:pt>
                <c:pt idx="259">
                  <c:v>0.13600000000000001</c:v>
                </c:pt>
                <c:pt idx="260">
                  <c:v>0.13639999999999999</c:v>
                </c:pt>
                <c:pt idx="261">
                  <c:v>0.1192</c:v>
                </c:pt>
                <c:pt idx="262">
                  <c:v>0.1648</c:v>
                </c:pt>
                <c:pt idx="263">
                  <c:v>0.15790000000000001</c:v>
                </c:pt>
                <c:pt idx="264">
                  <c:v>0.1336</c:v>
                </c:pt>
                <c:pt idx="265">
                  <c:v>0.18260000000000001</c:v>
                </c:pt>
                <c:pt idx="266">
                  <c:v>0.1646</c:v>
                </c:pt>
                <c:pt idx="267">
                  <c:v>0.1452</c:v>
                </c:pt>
                <c:pt idx="268">
                  <c:v>0.16220000000000001</c:v>
                </c:pt>
                <c:pt idx="269">
                  <c:v>0.1951</c:v>
                </c:pt>
                <c:pt idx="270">
                  <c:v>0.1492</c:v>
                </c:pt>
                <c:pt idx="271">
                  <c:v>0.17369999999999999</c:v>
                </c:pt>
                <c:pt idx="272">
                  <c:v>0.1376</c:v>
                </c:pt>
                <c:pt idx="273">
                  <c:v>0.1598</c:v>
                </c:pt>
                <c:pt idx="274">
                  <c:v>0.22919999999999999</c:v>
                </c:pt>
                <c:pt idx="275">
                  <c:v>0.20680000000000001</c:v>
                </c:pt>
                <c:pt idx="276">
                  <c:v>0.1454</c:v>
                </c:pt>
                <c:pt idx="277">
                  <c:v>0.21629999999999999</c:v>
                </c:pt>
                <c:pt idx="278">
                  <c:v>0.25469999999999998</c:v>
                </c:pt>
                <c:pt idx="279">
                  <c:v>0.3644</c:v>
                </c:pt>
                <c:pt idx="280">
                  <c:v>0.30649999999999999</c:v>
                </c:pt>
                <c:pt idx="281">
                  <c:v>0.30819999999999997</c:v>
                </c:pt>
                <c:pt idx="282">
                  <c:v>0.29820000000000002</c:v>
                </c:pt>
                <c:pt idx="283">
                  <c:v>0.16120000000000001</c:v>
                </c:pt>
                <c:pt idx="284">
                  <c:v>0.1179</c:v>
                </c:pt>
                <c:pt idx="285">
                  <c:v>0.18559999999999999</c:v>
                </c:pt>
                <c:pt idx="286">
                  <c:v>0.14660000000000001</c:v>
                </c:pt>
                <c:pt idx="287">
                  <c:v>0.14849999999999999</c:v>
                </c:pt>
                <c:pt idx="288">
                  <c:v>0.12959999999999999</c:v>
                </c:pt>
                <c:pt idx="289">
                  <c:v>0.18149999999999999</c:v>
                </c:pt>
                <c:pt idx="290">
                  <c:v>0.22819999999999999</c:v>
                </c:pt>
                <c:pt idx="291">
                  <c:v>0.2112</c:v>
                </c:pt>
                <c:pt idx="292">
                  <c:v>0.2341</c:v>
                </c:pt>
                <c:pt idx="293">
                  <c:v>0.185</c:v>
                </c:pt>
                <c:pt idx="294">
                  <c:v>0.1207</c:v>
                </c:pt>
                <c:pt idx="295">
                  <c:v>0.1741</c:v>
                </c:pt>
                <c:pt idx="296">
                  <c:v>0.15160000000000001</c:v>
                </c:pt>
                <c:pt idx="297">
                  <c:v>0.1343</c:v>
                </c:pt>
                <c:pt idx="298">
                  <c:v>0.1111</c:v>
                </c:pt>
                <c:pt idx="299">
                  <c:v>0.28899999999999998</c:v>
                </c:pt>
                <c:pt idx="300">
                  <c:v>0.1661</c:v>
                </c:pt>
                <c:pt idx="301">
                  <c:v>0.21440000000000001</c:v>
                </c:pt>
                <c:pt idx="302">
                  <c:v>0.23419999999999999</c:v>
                </c:pt>
                <c:pt idx="303">
                  <c:v>0.24929999999999999</c:v>
                </c:pt>
                <c:pt idx="304">
                  <c:v>0.23810000000000001</c:v>
                </c:pt>
                <c:pt idx="305">
                  <c:v>0.28410000000000002</c:v>
                </c:pt>
                <c:pt idx="306">
                  <c:v>0.39300000000000002</c:v>
                </c:pt>
                <c:pt idx="307">
                  <c:v>0.37459999999999999</c:v>
                </c:pt>
                <c:pt idx="308">
                  <c:v>0.29830000000000001</c:v>
                </c:pt>
                <c:pt idx="309">
                  <c:v>0.46160000000000001</c:v>
                </c:pt>
                <c:pt idx="310">
                  <c:v>0.46850000000000003</c:v>
                </c:pt>
                <c:pt idx="311">
                  <c:v>0.4118</c:v>
                </c:pt>
                <c:pt idx="312">
                  <c:v>0.42070000000000002</c:v>
                </c:pt>
                <c:pt idx="313">
                  <c:v>0.3281</c:v>
                </c:pt>
                <c:pt idx="314">
                  <c:v>0.38440000000000002</c:v>
                </c:pt>
                <c:pt idx="315">
                  <c:v>0.44159999999999999</c:v>
                </c:pt>
                <c:pt idx="316">
                  <c:v>0.47720000000000001</c:v>
                </c:pt>
                <c:pt idx="317">
                  <c:v>0.49330000000000002</c:v>
                </c:pt>
                <c:pt idx="318">
                  <c:v>0.39389999999999997</c:v>
                </c:pt>
                <c:pt idx="319">
                  <c:v>0.36380000000000001</c:v>
                </c:pt>
                <c:pt idx="320">
                  <c:v>0.29649999999999999</c:v>
                </c:pt>
                <c:pt idx="321">
                  <c:v>0.25130000000000002</c:v>
                </c:pt>
                <c:pt idx="322">
                  <c:v>0.39729999999999999</c:v>
                </c:pt>
                <c:pt idx="323">
                  <c:v>0.44059999999999999</c:v>
                </c:pt>
                <c:pt idx="324">
                  <c:v>0.38600000000000001</c:v>
                </c:pt>
                <c:pt idx="325">
                  <c:v>0.38319999999999999</c:v>
                </c:pt>
                <c:pt idx="326">
                  <c:v>0.45029999999999998</c:v>
                </c:pt>
                <c:pt idx="327">
                  <c:v>0.33110000000000001</c:v>
                </c:pt>
                <c:pt idx="328">
                  <c:v>0.39119999999999999</c:v>
                </c:pt>
                <c:pt idx="329">
                  <c:v>0.2994</c:v>
                </c:pt>
                <c:pt idx="330">
                  <c:v>0.39889999999999998</c:v>
                </c:pt>
                <c:pt idx="331">
                  <c:v>0.42970000000000003</c:v>
                </c:pt>
                <c:pt idx="332">
                  <c:v>0.3201</c:v>
                </c:pt>
                <c:pt idx="333">
                  <c:v>0.3962</c:v>
                </c:pt>
                <c:pt idx="334">
                  <c:v>0.3715</c:v>
                </c:pt>
                <c:pt idx="335">
                  <c:v>0.42299999999999999</c:v>
                </c:pt>
                <c:pt idx="336">
                  <c:v>0.25559999999999999</c:v>
                </c:pt>
                <c:pt idx="337">
                  <c:v>0.3347</c:v>
                </c:pt>
                <c:pt idx="338">
                  <c:v>0.3947</c:v>
                </c:pt>
                <c:pt idx="339">
                  <c:v>0.3216</c:v>
                </c:pt>
                <c:pt idx="340">
                  <c:v>0.25950000000000001</c:v>
                </c:pt>
                <c:pt idx="341">
                  <c:v>0.28239999999999998</c:v>
                </c:pt>
                <c:pt idx="342">
                  <c:v>0.22639999999999999</c:v>
                </c:pt>
                <c:pt idx="343">
                  <c:v>0.41299999999999998</c:v>
                </c:pt>
                <c:pt idx="344">
                  <c:v>0.32700000000000001</c:v>
                </c:pt>
                <c:pt idx="345">
                  <c:v>0.35389999999999999</c:v>
                </c:pt>
                <c:pt idx="346">
                  <c:v>0.2959</c:v>
                </c:pt>
                <c:pt idx="347">
                  <c:v>0.27750000000000002</c:v>
                </c:pt>
                <c:pt idx="348">
                  <c:v>0.37530000000000002</c:v>
                </c:pt>
                <c:pt idx="349">
                  <c:v>0.37080000000000002</c:v>
                </c:pt>
                <c:pt idx="350">
                  <c:v>0.36549999999999999</c:v>
                </c:pt>
                <c:pt idx="351">
                  <c:v>0.45979999999999999</c:v>
                </c:pt>
                <c:pt idx="352">
                  <c:v>0.30959999999999999</c:v>
                </c:pt>
                <c:pt idx="353">
                  <c:v>0.50060000000000004</c:v>
                </c:pt>
                <c:pt idx="354">
                  <c:v>0.40600000000000003</c:v>
                </c:pt>
                <c:pt idx="355">
                  <c:v>0.39300000000000002</c:v>
                </c:pt>
                <c:pt idx="356">
                  <c:v>0.5282</c:v>
                </c:pt>
                <c:pt idx="357">
                  <c:v>0.24660000000000001</c:v>
                </c:pt>
                <c:pt idx="358">
                  <c:v>0.3624</c:v>
                </c:pt>
                <c:pt idx="359">
                  <c:v>0.38400000000000001</c:v>
                </c:pt>
                <c:pt idx="360">
                  <c:v>0.4763</c:v>
                </c:pt>
                <c:pt idx="361">
                  <c:v>0.36749999999999999</c:v>
                </c:pt>
                <c:pt idx="362">
                  <c:v>0.41149999999999998</c:v>
                </c:pt>
                <c:pt idx="363">
                  <c:v>0.35670000000000002</c:v>
                </c:pt>
                <c:pt idx="364">
                  <c:v>0.39450000000000002</c:v>
                </c:pt>
                <c:pt idx="365">
                  <c:v>0.31890000000000002</c:v>
                </c:pt>
                <c:pt idx="366">
                  <c:v>0.31309999999999999</c:v>
                </c:pt>
                <c:pt idx="367">
                  <c:v>0.31730000000000003</c:v>
                </c:pt>
                <c:pt idx="368">
                  <c:v>0.33979999999999999</c:v>
                </c:pt>
                <c:pt idx="369">
                  <c:v>0.3241</c:v>
                </c:pt>
                <c:pt idx="370">
                  <c:v>0.2964</c:v>
                </c:pt>
                <c:pt idx="371">
                  <c:v>0.31269999999999998</c:v>
                </c:pt>
                <c:pt idx="372">
                  <c:v>0.38790000000000002</c:v>
                </c:pt>
                <c:pt idx="373">
                  <c:v>0.35909999999999997</c:v>
                </c:pt>
                <c:pt idx="374">
                  <c:v>0.3453</c:v>
                </c:pt>
                <c:pt idx="375">
                  <c:v>0.28139999999999998</c:v>
                </c:pt>
                <c:pt idx="376">
                  <c:v>0.34489999999999998</c:v>
                </c:pt>
                <c:pt idx="377">
                  <c:v>0.36780000000000002</c:v>
                </c:pt>
                <c:pt idx="378">
                  <c:v>0.3639</c:v>
                </c:pt>
                <c:pt idx="379">
                  <c:v>0.33019999999999999</c:v>
                </c:pt>
                <c:pt idx="380">
                  <c:v>0.44</c:v>
                </c:pt>
                <c:pt idx="381">
                  <c:v>0.43169999999999997</c:v>
                </c:pt>
                <c:pt idx="382">
                  <c:v>0.50619999999999998</c:v>
                </c:pt>
                <c:pt idx="383">
                  <c:v>0.43580000000000002</c:v>
                </c:pt>
                <c:pt idx="384">
                  <c:v>0.37090000000000001</c:v>
                </c:pt>
                <c:pt idx="385">
                  <c:v>0.47970000000000002</c:v>
                </c:pt>
                <c:pt idx="386">
                  <c:v>0.48670000000000002</c:v>
                </c:pt>
                <c:pt idx="387">
                  <c:v>0.41399999999999998</c:v>
                </c:pt>
                <c:pt idx="388">
                  <c:v>0.38059999999999999</c:v>
                </c:pt>
                <c:pt idx="389">
                  <c:v>0.36409999999999998</c:v>
                </c:pt>
                <c:pt idx="390">
                  <c:v>0.3352</c:v>
                </c:pt>
                <c:pt idx="391">
                  <c:v>0.3705</c:v>
                </c:pt>
                <c:pt idx="392">
                  <c:v>0.371</c:v>
                </c:pt>
                <c:pt idx="393">
                  <c:v>0.4461</c:v>
                </c:pt>
                <c:pt idx="394">
                  <c:v>0.33069999999999999</c:v>
                </c:pt>
                <c:pt idx="395">
                  <c:v>0.36170000000000002</c:v>
                </c:pt>
                <c:pt idx="396">
                  <c:v>0.38479999999999998</c:v>
                </c:pt>
                <c:pt idx="397">
                  <c:v>0.39589999999999997</c:v>
                </c:pt>
                <c:pt idx="398">
                  <c:v>0.31990000000000002</c:v>
                </c:pt>
                <c:pt idx="399">
                  <c:v>0.4047</c:v>
                </c:pt>
                <c:pt idx="400">
                  <c:v>0.38790000000000002</c:v>
                </c:pt>
                <c:pt idx="401">
                  <c:v>0.34060000000000001</c:v>
                </c:pt>
                <c:pt idx="402">
                  <c:v>0.29749999999999999</c:v>
                </c:pt>
                <c:pt idx="403">
                  <c:v>0.31330000000000002</c:v>
                </c:pt>
                <c:pt idx="404">
                  <c:v>0.31609999999999999</c:v>
                </c:pt>
                <c:pt idx="405">
                  <c:v>0.33129999999999998</c:v>
                </c:pt>
                <c:pt idx="406">
                  <c:v>0.3085</c:v>
                </c:pt>
                <c:pt idx="407">
                  <c:v>0.37340000000000001</c:v>
                </c:pt>
                <c:pt idx="408">
                  <c:v>0.47110000000000002</c:v>
                </c:pt>
                <c:pt idx="409">
                  <c:v>0.43569999999999998</c:v>
                </c:pt>
                <c:pt idx="410">
                  <c:v>0.33960000000000001</c:v>
                </c:pt>
                <c:pt idx="411">
                  <c:v>0.51090000000000002</c:v>
                </c:pt>
                <c:pt idx="412">
                  <c:v>0.44169999999999998</c:v>
                </c:pt>
                <c:pt idx="413">
                  <c:v>0.43480000000000002</c:v>
                </c:pt>
                <c:pt idx="414">
                  <c:v>0.31609999999999999</c:v>
                </c:pt>
                <c:pt idx="415">
                  <c:v>0.29449999999999998</c:v>
                </c:pt>
                <c:pt idx="416">
                  <c:v>0.31909999999999999</c:v>
                </c:pt>
                <c:pt idx="417">
                  <c:v>0.29980000000000001</c:v>
                </c:pt>
                <c:pt idx="418">
                  <c:v>0.33090000000000003</c:v>
                </c:pt>
                <c:pt idx="419">
                  <c:v>0.28460000000000002</c:v>
                </c:pt>
                <c:pt idx="420">
                  <c:v>0.35270000000000001</c:v>
                </c:pt>
                <c:pt idx="421">
                  <c:v>0.27350000000000002</c:v>
                </c:pt>
                <c:pt idx="422">
                  <c:v>0.33529999999999999</c:v>
                </c:pt>
                <c:pt idx="423">
                  <c:v>0.31879999999999997</c:v>
                </c:pt>
                <c:pt idx="424">
                  <c:v>0.31809999999999999</c:v>
                </c:pt>
                <c:pt idx="425">
                  <c:v>0.2994</c:v>
                </c:pt>
                <c:pt idx="426">
                  <c:v>0.26050000000000001</c:v>
                </c:pt>
                <c:pt idx="427">
                  <c:v>0.34250000000000003</c:v>
                </c:pt>
                <c:pt idx="428">
                  <c:v>0.29859999999999998</c:v>
                </c:pt>
                <c:pt idx="429">
                  <c:v>0.33900000000000002</c:v>
                </c:pt>
                <c:pt idx="430">
                  <c:v>0.33410000000000001</c:v>
                </c:pt>
                <c:pt idx="431">
                  <c:v>0.2762</c:v>
                </c:pt>
                <c:pt idx="432">
                  <c:v>0.26629999999999998</c:v>
                </c:pt>
                <c:pt idx="433">
                  <c:v>0.29649999999999999</c:v>
                </c:pt>
                <c:pt idx="434">
                  <c:v>0.33239999999999997</c:v>
                </c:pt>
                <c:pt idx="435">
                  <c:v>0.3463</c:v>
                </c:pt>
                <c:pt idx="436">
                  <c:v>0.30969999999999998</c:v>
                </c:pt>
                <c:pt idx="437">
                  <c:v>0.3856</c:v>
                </c:pt>
                <c:pt idx="438">
                  <c:v>0.34410000000000002</c:v>
                </c:pt>
                <c:pt idx="439">
                  <c:v>0.36159999999999998</c:v>
                </c:pt>
                <c:pt idx="440">
                  <c:v>0.3453</c:v>
                </c:pt>
                <c:pt idx="441">
                  <c:v>0.32869999999999999</c:v>
                </c:pt>
                <c:pt idx="442">
                  <c:v>0.34460000000000002</c:v>
                </c:pt>
                <c:pt idx="443">
                  <c:v>0.34229999999999999</c:v>
                </c:pt>
                <c:pt idx="444">
                  <c:v>0.2928</c:v>
                </c:pt>
                <c:pt idx="445">
                  <c:v>0.31169999999999998</c:v>
                </c:pt>
                <c:pt idx="446">
                  <c:v>0.32090000000000002</c:v>
                </c:pt>
                <c:pt idx="447">
                  <c:v>0.33239999999999997</c:v>
                </c:pt>
                <c:pt idx="448">
                  <c:v>0.3921</c:v>
                </c:pt>
                <c:pt idx="449">
                  <c:v>0.30430000000000001</c:v>
                </c:pt>
                <c:pt idx="450">
                  <c:v>0.32179999999999997</c:v>
                </c:pt>
                <c:pt idx="451">
                  <c:v>0.32390000000000002</c:v>
                </c:pt>
                <c:pt idx="452">
                  <c:v>0.33629999999999999</c:v>
                </c:pt>
                <c:pt idx="453">
                  <c:v>0.28270000000000001</c:v>
                </c:pt>
                <c:pt idx="454">
                  <c:v>0.2918</c:v>
                </c:pt>
                <c:pt idx="455">
                  <c:v>0.32690000000000002</c:v>
                </c:pt>
                <c:pt idx="456">
                  <c:v>0.34</c:v>
                </c:pt>
                <c:pt idx="457">
                  <c:v>0.25430000000000003</c:v>
                </c:pt>
                <c:pt idx="458">
                  <c:v>0.36599999999999999</c:v>
                </c:pt>
                <c:pt idx="459">
                  <c:v>0.35170000000000001</c:v>
                </c:pt>
                <c:pt idx="460">
                  <c:v>0.34189999999999998</c:v>
                </c:pt>
                <c:pt idx="461">
                  <c:v>0.23649999999999999</c:v>
                </c:pt>
                <c:pt idx="462">
                  <c:v>0.3488</c:v>
                </c:pt>
                <c:pt idx="463">
                  <c:v>0.35980000000000001</c:v>
                </c:pt>
                <c:pt idx="464">
                  <c:v>0.36659999999999998</c:v>
                </c:pt>
                <c:pt idx="465">
                  <c:v>0.3916</c:v>
                </c:pt>
                <c:pt idx="466">
                  <c:v>0.39119999999999999</c:v>
                </c:pt>
                <c:pt idx="467">
                  <c:v>0.36130000000000001</c:v>
                </c:pt>
                <c:pt idx="468">
                  <c:v>0.35099999999999998</c:v>
                </c:pt>
                <c:pt idx="469">
                  <c:v>0.28220000000000001</c:v>
                </c:pt>
                <c:pt idx="470">
                  <c:v>0.30840000000000001</c:v>
                </c:pt>
                <c:pt idx="471">
                  <c:v>0.2349</c:v>
                </c:pt>
                <c:pt idx="472">
                  <c:v>0.22869999999999999</c:v>
                </c:pt>
                <c:pt idx="473">
                  <c:v>0.18840000000000001</c:v>
                </c:pt>
                <c:pt idx="474">
                  <c:v>0.1933</c:v>
                </c:pt>
                <c:pt idx="475">
                  <c:v>0.21310000000000001</c:v>
                </c:pt>
                <c:pt idx="476">
                  <c:v>0.20799999999999999</c:v>
                </c:pt>
                <c:pt idx="477">
                  <c:v>0.23319999999999999</c:v>
                </c:pt>
                <c:pt idx="478">
                  <c:v>0.23469999999999999</c:v>
                </c:pt>
                <c:pt idx="479">
                  <c:v>0.22320000000000001</c:v>
                </c:pt>
                <c:pt idx="480">
                  <c:v>0.2424</c:v>
                </c:pt>
                <c:pt idx="481">
                  <c:v>0.2392</c:v>
                </c:pt>
                <c:pt idx="482">
                  <c:v>0.23949999999999999</c:v>
                </c:pt>
                <c:pt idx="483">
                  <c:v>0.31850000000000001</c:v>
                </c:pt>
                <c:pt idx="484">
                  <c:v>0.41839999999999999</c:v>
                </c:pt>
                <c:pt idx="485">
                  <c:v>0.33979999999999999</c:v>
                </c:pt>
                <c:pt idx="486">
                  <c:v>0.31109999999999999</c:v>
                </c:pt>
                <c:pt idx="487">
                  <c:v>0.35659999999999997</c:v>
                </c:pt>
                <c:pt idx="488">
                  <c:v>0.30280000000000001</c:v>
                </c:pt>
                <c:pt idx="489">
                  <c:v>0.34449999999999997</c:v>
                </c:pt>
                <c:pt idx="490">
                  <c:v>0.31859999999999999</c:v>
                </c:pt>
                <c:pt idx="491">
                  <c:v>0.35389999999999999</c:v>
                </c:pt>
                <c:pt idx="492">
                  <c:v>0.34429999999999999</c:v>
                </c:pt>
                <c:pt idx="493">
                  <c:v>0.32779999999999998</c:v>
                </c:pt>
                <c:pt idx="494">
                  <c:v>0.37330000000000002</c:v>
                </c:pt>
                <c:pt idx="495">
                  <c:v>0.36099999999999999</c:v>
                </c:pt>
                <c:pt idx="496">
                  <c:v>0.33479999999999999</c:v>
                </c:pt>
                <c:pt idx="497">
                  <c:v>0.33090000000000003</c:v>
                </c:pt>
                <c:pt idx="498">
                  <c:v>0.29260000000000003</c:v>
                </c:pt>
                <c:pt idx="499">
                  <c:v>0.29210000000000003</c:v>
                </c:pt>
                <c:pt idx="500">
                  <c:v>0.31940000000000002</c:v>
                </c:pt>
                <c:pt idx="501">
                  <c:v>0.32890000000000003</c:v>
                </c:pt>
                <c:pt idx="502">
                  <c:v>0.3296</c:v>
                </c:pt>
                <c:pt idx="503">
                  <c:v>0.31519999999999998</c:v>
                </c:pt>
                <c:pt idx="504">
                  <c:v>0.32940000000000003</c:v>
                </c:pt>
                <c:pt idx="505">
                  <c:v>0.30149999999999999</c:v>
                </c:pt>
                <c:pt idx="506">
                  <c:v>0.19670000000000001</c:v>
                </c:pt>
                <c:pt idx="507">
                  <c:v>0.26519999999999999</c:v>
                </c:pt>
                <c:pt idx="508">
                  <c:v>0.2848</c:v>
                </c:pt>
                <c:pt idx="509">
                  <c:v>0.2024</c:v>
                </c:pt>
                <c:pt idx="510">
                  <c:v>0.25009999999999999</c:v>
                </c:pt>
                <c:pt idx="511">
                  <c:v>0.25019999999999998</c:v>
                </c:pt>
                <c:pt idx="512">
                  <c:v>0.27089999999999997</c:v>
                </c:pt>
                <c:pt idx="513">
                  <c:v>0.2717</c:v>
                </c:pt>
                <c:pt idx="514">
                  <c:v>0.29110000000000003</c:v>
                </c:pt>
                <c:pt idx="515">
                  <c:v>0.45390000000000003</c:v>
                </c:pt>
                <c:pt idx="516">
                  <c:v>0.42630000000000001</c:v>
                </c:pt>
                <c:pt idx="517">
                  <c:v>0.2036</c:v>
                </c:pt>
                <c:pt idx="518">
                  <c:v>0.28050000000000003</c:v>
                </c:pt>
                <c:pt idx="519">
                  <c:v>0.2477</c:v>
                </c:pt>
                <c:pt idx="520">
                  <c:v>0.31169999999999998</c:v>
                </c:pt>
                <c:pt idx="521">
                  <c:v>0.2034</c:v>
                </c:pt>
                <c:pt idx="522">
                  <c:v>0.22259999999999999</c:v>
                </c:pt>
                <c:pt idx="523">
                  <c:v>0.24160000000000001</c:v>
                </c:pt>
                <c:pt idx="524">
                  <c:v>0.191</c:v>
                </c:pt>
                <c:pt idx="525">
                  <c:v>0.25800000000000001</c:v>
                </c:pt>
                <c:pt idx="526">
                  <c:v>0.27379999999999999</c:v>
                </c:pt>
                <c:pt idx="527">
                  <c:v>0.17599999999999999</c:v>
                </c:pt>
                <c:pt idx="528">
                  <c:v>0.1973</c:v>
                </c:pt>
                <c:pt idx="529">
                  <c:v>0.23130000000000001</c:v>
                </c:pt>
                <c:pt idx="530">
                  <c:v>0.2442</c:v>
                </c:pt>
                <c:pt idx="531">
                  <c:v>0.1646</c:v>
                </c:pt>
                <c:pt idx="532">
                  <c:v>0.189</c:v>
                </c:pt>
                <c:pt idx="533">
                  <c:v>0.2366</c:v>
                </c:pt>
                <c:pt idx="534">
                  <c:v>0.33079999999999998</c:v>
                </c:pt>
                <c:pt idx="535">
                  <c:v>0.27439999999999998</c:v>
                </c:pt>
                <c:pt idx="536">
                  <c:v>0.20130000000000001</c:v>
                </c:pt>
                <c:pt idx="537">
                  <c:v>0.2155</c:v>
                </c:pt>
                <c:pt idx="538">
                  <c:v>0.21840000000000001</c:v>
                </c:pt>
                <c:pt idx="539">
                  <c:v>0.23880000000000001</c:v>
                </c:pt>
                <c:pt idx="540">
                  <c:v>0.23019999999999999</c:v>
                </c:pt>
                <c:pt idx="541">
                  <c:v>0.2079</c:v>
                </c:pt>
                <c:pt idx="542">
                  <c:v>0.18729999999999999</c:v>
                </c:pt>
                <c:pt idx="543">
                  <c:v>0.2137</c:v>
                </c:pt>
                <c:pt idx="544">
                  <c:v>0.2122</c:v>
                </c:pt>
                <c:pt idx="545">
                  <c:v>0.1898</c:v>
                </c:pt>
                <c:pt idx="546">
                  <c:v>0.16439999999999999</c:v>
                </c:pt>
                <c:pt idx="547">
                  <c:v>0.15040000000000001</c:v>
                </c:pt>
                <c:pt idx="548">
                  <c:v>0.187</c:v>
                </c:pt>
                <c:pt idx="549">
                  <c:v>0.21929999999999999</c:v>
                </c:pt>
                <c:pt idx="550">
                  <c:v>0.1578</c:v>
                </c:pt>
                <c:pt idx="551">
                  <c:v>0.18240000000000001</c:v>
                </c:pt>
                <c:pt idx="552">
                  <c:v>0.254</c:v>
                </c:pt>
                <c:pt idx="553">
                  <c:v>0.22969999999999999</c:v>
                </c:pt>
                <c:pt idx="554">
                  <c:v>0.2273</c:v>
                </c:pt>
                <c:pt idx="555">
                  <c:v>0.1686</c:v>
                </c:pt>
                <c:pt idx="556">
                  <c:v>0.2281</c:v>
                </c:pt>
                <c:pt idx="557">
                  <c:v>0.2016</c:v>
                </c:pt>
                <c:pt idx="558">
                  <c:v>0.16800000000000001</c:v>
                </c:pt>
                <c:pt idx="559">
                  <c:v>0.13850000000000001</c:v>
                </c:pt>
                <c:pt idx="560">
                  <c:v>0.17050000000000001</c:v>
                </c:pt>
                <c:pt idx="561">
                  <c:v>0.1278</c:v>
                </c:pt>
                <c:pt idx="562">
                  <c:v>0.20330000000000001</c:v>
                </c:pt>
                <c:pt idx="563">
                  <c:v>0.2303</c:v>
                </c:pt>
                <c:pt idx="564">
                  <c:v>0.21920000000000001</c:v>
                </c:pt>
                <c:pt idx="565">
                  <c:v>0.1585</c:v>
                </c:pt>
                <c:pt idx="566">
                  <c:v>0.14480000000000001</c:v>
                </c:pt>
                <c:pt idx="567">
                  <c:v>0.26850000000000002</c:v>
                </c:pt>
                <c:pt idx="568">
                  <c:v>0.2276</c:v>
                </c:pt>
                <c:pt idx="569">
                  <c:v>0.23619999999999999</c:v>
                </c:pt>
                <c:pt idx="570">
                  <c:v>0.2011</c:v>
                </c:pt>
                <c:pt idx="571">
                  <c:v>0.2</c:v>
                </c:pt>
                <c:pt idx="572">
                  <c:v>0.25659999999999999</c:v>
                </c:pt>
                <c:pt idx="573">
                  <c:v>0.21740000000000001</c:v>
                </c:pt>
                <c:pt idx="574">
                  <c:v>0.33110000000000001</c:v>
                </c:pt>
                <c:pt idx="575">
                  <c:v>0.27150000000000002</c:v>
                </c:pt>
                <c:pt idx="576">
                  <c:v>0.26669999999999999</c:v>
                </c:pt>
                <c:pt idx="577">
                  <c:v>0.27289999999999998</c:v>
                </c:pt>
                <c:pt idx="578">
                  <c:v>0.2011</c:v>
                </c:pt>
                <c:pt idx="579">
                  <c:v>0.246</c:v>
                </c:pt>
                <c:pt idx="580">
                  <c:v>0.22839999999999999</c:v>
                </c:pt>
                <c:pt idx="581">
                  <c:v>0.20019999999999999</c:v>
                </c:pt>
                <c:pt idx="582">
                  <c:v>0.19589999999999999</c:v>
                </c:pt>
                <c:pt idx="583">
                  <c:v>0.24779999999999999</c:v>
                </c:pt>
                <c:pt idx="584">
                  <c:v>0.2263</c:v>
                </c:pt>
                <c:pt idx="585">
                  <c:v>0.27479999999999999</c:v>
                </c:pt>
                <c:pt idx="586">
                  <c:v>0.2702</c:v>
                </c:pt>
                <c:pt idx="587">
                  <c:v>0.31890000000000002</c:v>
                </c:pt>
                <c:pt idx="588">
                  <c:v>0.2336</c:v>
                </c:pt>
                <c:pt idx="589">
                  <c:v>0.28089999999999998</c:v>
                </c:pt>
                <c:pt idx="590">
                  <c:v>0.22159999999999999</c:v>
                </c:pt>
                <c:pt idx="591">
                  <c:v>0.31859999999999999</c:v>
                </c:pt>
                <c:pt idx="592">
                  <c:v>0.318</c:v>
                </c:pt>
                <c:pt idx="593">
                  <c:v>0.2442</c:v>
                </c:pt>
                <c:pt idx="594">
                  <c:v>0.28420000000000001</c:v>
                </c:pt>
                <c:pt idx="595">
                  <c:v>0.29780000000000001</c:v>
                </c:pt>
                <c:pt idx="596">
                  <c:v>0.28120000000000001</c:v>
                </c:pt>
                <c:pt idx="597">
                  <c:v>0.26329999999999998</c:v>
                </c:pt>
                <c:pt idx="598">
                  <c:v>0.24529999999999999</c:v>
                </c:pt>
                <c:pt idx="599">
                  <c:v>0.23480000000000001</c:v>
                </c:pt>
                <c:pt idx="600">
                  <c:v>0.2465</c:v>
                </c:pt>
                <c:pt idx="601">
                  <c:v>0.253</c:v>
                </c:pt>
                <c:pt idx="602">
                  <c:v>0.19670000000000001</c:v>
                </c:pt>
                <c:pt idx="603">
                  <c:v>0.2868</c:v>
                </c:pt>
                <c:pt idx="604">
                  <c:v>0.25040000000000001</c:v>
                </c:pt>
                <c:pt idx="605">
                  <c:v>0.245</c:v>
                </c:pt>
                <c:pt idx="606">
                  <c:v>0.22869999999999999</c:v>
                </c:pt>
                <c:pt idx="607">
                  <c:v>0.22900000000000001</c:v>
                </c:pt>
                <c:pt idx="608">
                  <c:v>0.23</c:v>
                </c:pt>
                <c:pt idx="609">
                  <c:v>0.26029999999999998</c:v>
                </c:pt>
                <c:pt idx="610">
                  <c:v>0.21479999999999999</c:v>
                </c:pt>
                <c:pt idx="611">
                  <c:v>0.14680000000000001</c:v>
                </c:pt>
                <c:pt idx="612">
                  <c:v>0.2266</c:v>
                </c:pt>
                <c:pt idx="613">
                  <c:v>0.20910000000000001</c:v>
                </c:pt>
                <c:pt idx="614">
                  <c:v>0.21709999999999999</c:v>
                </c:pt>
                <c:pt idx="615">
                  <c:v>0.23100000000000001</c:v>
                </c:pt>
                <c:pt idx="616">
                  <c:v>0.21959999999999999</c:v>
                </c:pt>
                <c:pt idx="617">
                  <c:v>0.20830000000000001</c:v>
                </c:pt>
                <c:pt idx="618">
                  <c:v>0.19439999999999999</c:v>
                </c:pt>
                <c:pt idx="619">
                  <c:v>0.32440000000000002</c:v>
                </c:pt>
                <c:pt idx="620">
                  <c:v>0.38109999999999999</c:v>
                </c:pt>
                <c:pt idx="621">
                  <c:v>0.3004</c:v>
                </c:pt>
                <c:pt idx="622">
                  <c:v>0.38800000000000001</c:v>
                </c:pt>
                <c:pt idx="623">
                  <c:v>0.34989999999999999</c:v>
                </c:pt>
                <c:pt idx="624">
                  <c:v>0.26640000000000003</c:v>
                </c:pt>
                <c:pt idx="625">
                  <c:v>0.25729999999999997</c:v>
                </c:pt>
                <c:pt idx="626">
                  <c:v>0.30180000000000001</c:v>
                </c:pt>
                <c:pt idx="627">
                  <c:v>0.29010000000000002</c:v>
                </c:pt>
                <c:pt idx="628">
                  <c:v>0.28860000000000002</c:v>
                </c:pt>
                <c:pt idx="629">
                  <c:v>0.2873</c:v>
                </c:pt>
                <c:pt idx="630">
                  <c:v>0.29389999999999999</c:v>
                </c:pt>
                <c:pt idx="631">
                  <c:v>0.35580000000000001</c:v>
                </c:pt>
                <c:pt idx="632">
                  <c:v>0.2949</c:v>
                </c:pt>
                <c:pt idx="633">
                  <c:v>0.30499999999999999</c:v>
                </c:pt>
                <c:pt idx="634">
                  <c:v>0.35339999999999999</c:v>
                </c:pt>
                <c:pt idx="635">
                  <c:v>0.34179999999999999</c:v>
                </c:pt>
                <c:pt idx="636">
                  <c:v>0.29659999999999997</c:v>
                </c:pt>
                <c:pt idx="637">
                  <c:v>0.32490000000000002</c:v>
                </c:pt>
                <c:pt idx="638">
                  <c:v>0.33169999999999999</c:v>
                </c:pt>
                <c:pt idx="639">
                  <c:v>0.38190000000000002</c:v>
                </c:pt>
                <c:pt idx="640">
                  <c:v>0.25979999999999998</c:v>
                </c:pt>
                <c:pt idx="641">
                  <c:v>0.29699999999999999</c:v>
                </c:pt>
                <c:pt idx="642">
                  <c:v>0.26500000000000001</c:v>
                </c:pt>
                <c:pt idx="643">
                  <c:v>0.32150000000000001</c:v>
                </c:pt>
                <c:pt idx="644">
                  <c:v>0.30259999999999998</c:v>
                </c:pt>
                <c:pt idx="645">
                  <c:v>0.20649999999999999</c:v>
                </c:pt>
                <c:pt idx="646">
                  <c:v>0.30470000000000003</c:v>
                </c:pt>
                <c:pt idx="647">
                  <c:v>0.2858</c:v>
                </c:pt>
                <c:pt idx="648">
                  <c:v>0.26229999999999998</c:v>
                </c:pt>
                <c:pt idx="649">
                  <c:v>0.25679999999999997</c:v>
                </c:pt>
                <c:pt idx="650">
                  <c:v>0.20119999999999999</c:v>
                </c:pt>
                <c:pt idx="651">
                  <c:v>0.21729999999999999</c:v>
                </c:pt>
                <c:pt idx="652">
                  <c:v>0.21060000000000001</c:v>
                </c:pt>
                <c:pt idx="653">
                  <c:v>0.19370000000000001</c:v>
                </c:pt>
                <c:pt idx="654">
                  <c:v>0.19359999999999999</c:v>
                </c:pt>
                <c:pt idx="655">
                  <c:v>0.25650000000000001</c:v>
                </c:pt>
                <c:pt idx="656">
                  <c:v>0.27739999999999998</c:v>
                </c:pt>
                <c:pt idx="657">
                  <c:v>0.38</c:v>
                </c:pt>
                <c:pt idx="658">
                  <c:v>0.32740000000000002</c:v>
                </c:pt>
                <c:pt idx="659">
                  <c:v>0.26729999999999998</c:v>
                </c:pt>
                <c:pt idx="660">
                  <c:v>0.32550000000000001</c:v>
                </c:pt>
                <c:pt idx="661">
                  <c:v>0.30909999999999999</c:v>
                </c:pt>
                <c:pt idx="662">
                  <c:v>0.27800000000000002</c:v>
                </c:pt>
                <c:pt idx="663">
                  <c:v>0.25169999999999998</c:v>
                </c:pt>
                <c:pt idx="664">
                  <c:v>0.25719999999999998</c:v>
                </c:pt>
                <c:pt idx="665">
                  <c:v>0.20169999999999999</c:v>
                </c:pt>
                <c:pt idx="666">
                  <c:v>0.26800000000000002</c:v>
                </c:pt>
                <c:pt idx="667">
                  <c:v>0.28899999999999998</c:v>
                </c:pt>
                <c:pt idx="668">
                  <c:v>0.3115</c:v>
                </c:pt>
                <c:pt idx="669">
                  <c:v>0.25430000000000003</c:v>
                </c:pt>
                <c:pt idx="670">
                  <c:v>0.16830000000000001</c:v>
                </c:pt>
                <c:pt idx="671">
                  <c:v>0.27550000000000002</c:v>
                </c:pt>
                <c:pt idx="672">
                  <c:v>0.26900000000000002</c:v>
                </c:pt>
                <c:pt idx="673">
                  <c:v>0.27929999999999999</c:v>
                </c:pt>
                <c:pt idx="674">
                  <c:v>0.28239999999999998</c:v>
                </c:pt>
                <c:pt idx="675">
                  <c:v>0.24349999999999999</c:v>
                </c:pt>
                <c:pt idx="676">
                  <c:v>0.28449999999999998</c:v>
                </c:pt>
                <c:pt idx="677">
                  <c:v>0.28299999999999997</c:v>
                </c:pt>
                <c:pt idx="678">
                  <c:v>0.28270000000000001</c:v>
                </c:pt>
                <c:pt idx="679">
                  <c:v>0.28549999999999998</c:v>
                </c:pt>
                <c:pt idx="680">
                  <c:v>0.23710000000000001</c:v>
                </c:pt>
                <c:pt idx="681">
                  <c:v>0.22570000000000001</c:v>
                </c:pt>
                <c:pt idx="682">
                  <c:v>0.24229999999999999</c:v>
                </c:pt>
                <c:pt idx="683">
                  <c:v>0.18740000000000001</c:v>
                </c:pt>
                <c:pt idx="684">
                  <c:v>0.19700000000000001</c:v>
                </c:pt>
                <c:pt idx="685">
                  <c:v>0.25669999999999998</c:v>
                </c:pt>
                <c:pt idx="686">
                  <c:v>0.28010000000000002</c:v>
                </c:pt>
                <c:pt idx="687">
                  <c:v>0.20200000000000001</c:v>
                </c:pt>
                <c:pt idx="688">
                  <c:v>0.22989999999999999</c:v>
                </c:pt>
                <c:pt idx="689">
                  <c:v>0.23569999999999999</c:v>
                </c:pt>
                <c:pt idx="690">
                  <c:v>0.2495</c:v>
                </c:pt>
                <c:pt idx="691">
                  <c:v>0.26960000000000001</c:v>
                </c:pt>
                <c:pt idx="692">
                  <c:v>0.2218</c:v>
                </c:pt>
                <c:pt idx="693">
                  <c:v>0.26650000000000001</c:v>
                </c:pt>
                <c:pt idx="694">
                  <c:v>0.2944</c:v>
                </c:pt>
                <c:pt idx="695">
                  <c:v>0.23050000000000001</c:v>
                </c:pt>
                <c:pt idx="696">
                  <c:v>0.35349999999999998</c:v>
                </c:pt>
                <c:pt idx="697">
                  <c:v>0.24390000000000001</c:v>
                </c:pt>
                <c:pt idx="698">
                  <c:v>0.33539999999999998</c:v>
                </c:pt>
                <c:pt idx="699">
                  <c:v>0.23180000000000001</c:v>
                </c:pt>
                <c:pt idx="700">
                  <c:v>0.25819999999999999</c:v>
                </c:pt>
                <c:pt idx="701">
                  <c:v>0.26769999999999999</c:v>
                </c:pt>
                <c:pt idx="702">
                  <c:v>0.19350000000000001</c:v>
                </c:pt>
                <c:pt idx="703">
                  <c:v>0.215</c:v>
                </c:pt>
                <c:pt idx="704">
                  <c:v>0.193</c:v>
                </c:pt>
                <c:pt idx="705">
                  <c:v>0.20660000000000001</c:v>
                </c:pt>
                <c:pt idx="706">
                  <c:v>0.2074</c:v>
                </c:pt>
                <c:pt idx="707">
                  <c:v>0.28510000000000002</c:v>
                </c:pt>
                <c:pt idx="708">
                  <c:v>0.2868</c:v>
                </c:pt>
                <c:pt idx="709">
                  <c:v>0.27210000000000001</c:v>
                </c:pt>
                <c:pt idx="710">
                  <c:v>0.22739999999999999</c:v>
                </c:pt>
                <c:pt idx="711">
                  <c:v>0.19839999999999999</c:v>
                </c:pt>
                <c:pt idx="712">
                  <c:v>0.20169999999999999</c:v>
                </c:pt>
                <c:pt idx="713">
                  <c:v>0.23180000000000001</c:v>
                </c:pt>
                <c:pt idx="714">
                  <c:v>0.20569999999999999</c:v>
                </c:pt>
                <c:pt idx="715">
                  <c:v>0.16309999999999999</c:v>
                </c:pt>
                <c:pt idx="716">
                  <c:v>0.2152</c:v>
                </c:pt>
                <c:pt idx="717">
                  <c:v>0.2747</c:v>
                </c:pt>
                <c:pt idx="718">
                  <c:v>0.18099999999999999</c:v>
                </c:pt>
                <c:pt idx="719">
                  <c:v>0.26</c:v>
                </c:pt>
                <c:pt idx="720">
                  <c:v>0.26619999999999999</c:v>
                </c:pt>
                <c:pt idx="721">
                  <c:v>0.4042</c:v>
                </c:pt>
                <c:pt idx="722">
                  <c:v>0.14849999999999999</c:v>
                </c:pt>
                <c:pt idx="723">
                  <c:v>0.1865</c:v>
                </c:pt>
                <c:pt idx="724">
                  <c:v>0.26840000000000003</c:v>
                </c:pt>
                <c:pt idx="725">
                  <c:v>0.30109999999999998</c:v>
                </c:pt>
                <c:pt idx="726">
                  <c:v>0.47349999999999998</c:v>
                </c:pt>
                <c:pt idx="727">
                  <c:v>0.52349999999999997</c:v>
                </c:pt>
                <c:pt idx="728">
                  <c:v>0.57820000000000005</c:v>
                </c:pt>
                <c:pt idx="729">
                  <c:v>0.54790000000000005</c:v>
                </c:pt>
                <c:pt idx="730">
                  <c:v>0.5645</c:v>
                </c:pt>
                <c:pt idx="731">
                  <c:v>0.58260000000000001</c:v>
                </c:pt>
                <c:pt idx="732">
                  <c:v>0.57789999999999997</c:v>
                </c:pt>
                <c:pt idx="733">
                  <c:v>0.56899999999999995</c:v>
                </c:pt>
                <c:pt idx="734">
                  <c:v>0.50029999999999997</c:v>
                </c:pt>
                <c:pt idx="735">
                  <c:v>0.55720000000000003</c:v>
                </c:pt>
                <c:pt idx="736">
                  <c:v>0.56889999999999996</c:v>
                </c:pt>
                <c:pt idx="737">
                  <c:v>0.55500000000000005</c:v>
                </c:pt>
                <c:pt idx="738">
                  <c:v>0.4798</c:v>
                </c:pt>
                <c:pt idx="739">
                  <c:v>0.43859999999999999</c:v>
                </c:pt>
                <c:pt idx="740">
                  <c:v>0.53259999999999996</c:v>
                </c:pt>
                <c:pt idx="741">
                  <c:v>0.4491</c:v>
                </c:pt>
                <c:pt idx="742">
                  <c:v>0.52700000000000002</c:v>
                </c:pt>
                <c:pt idx="743">
                  <c:v>0.58289999999999997</c:v>
                </c:pt>
                <c:pt idx="744">
                  <c:v>0.39560000000000001</c:v>
                </c:pt>
                <c:pt idx="745">
                  <c:v>0.51680000000000004</c:v>
                </c:pt>
                <c:pt idx="746">
                  <c:v>0.53720000000000001</c:v>
                </c:pt>
                <c:pt idx="747">
                  <c:v>0.47189999999999999</c:v>
                </c:pt>
                <c:pt idx="748">
                  <c:v>0.56389999999999996</c:v>
                </c:pt>
                <c:pt idx="749">
                  <c:v>0.64449999999999996</c:v>
                </c:pt>
                <c:pt idx="750">
                  <c:v>0.50929999999999997</c:v>
                </c:pt>
                <c:pt idx="751">
                  <c:v>0.5454</c:v>
                </c:pt>
                <c:pt idx="752">
                  <c:v>0.52339999999999998</c:v>
                </c:pt>
                <c:pt idx="753">
                  <c:v>0.5091</c:v>
                </c:pt>
                <c:pt idx="754">
                  <c:v>0.442</c:v>
                </c:pt>
                <c:pt idx="755">
                  <c:v>0.48530000000000001</c:v>
                </c:pt>
                <c:pt idx="756">
                  <c:v>0.45610000000000001</c:v>
                </c:pt>
                <c:pt idx="757">
                  <c:v>0.45329999999999998</c:v>
                </c:pt>
                <c:pt idx="758">
                  <c:v>0.505</c:v>
                </c:pt>
                <c:pt idx="759">
                  <c:v>0.4753</c:v>
                </c:pt>
                <c:pt idx="760">
                  <c:v>0.501</c:v>
                </c:pt>
                <c:pt idx="761">
                  <c:v>0.50590000000000002</c:v>
                </c:pt>
                <c:pt idx="762">
                  <c:v>0.60329999999999995</c:v>
                </c:pt>
                <c:pt idx="763">
                  <c:v>0.56269999999999998</c:v>
                </c:pt>
                <c:pt idx="764">
                  <c:v>0.51800000000000002</c:v>
                </c:pt>
                <c:pt idx="765">
                  <c:v>0.54169999999999996</c:v>
                </c:pt>
                <c:pt idx="766">
                  <c:v>0.54069999999999996</c:v>
                </c:pt>
                <c:pt idx="767">
                  <c:v>0.50949999999999995</c:v>
                </c:pt>
                <c:pt idx="768">
                  <c:v>0.48480000000000001</c:v>
                </c:pt>
                <c:pt idx="769">
                  <c:v>0.51829999999999998</c:v>
                </c:pt>
                <c:pt idx="770">
                  <c:v>0.4027</c:v>
                </c:pt>
                <c:pt idx="771">
                  <c:v>0.4965</c:v>
                </c:pt>
                <c:pt idx="772">
                  <c:v>0.48309999999999997</c:v>
                </c:pt>
                <c:pt idx="773">
                  <c:v>0.50549999999999995</c:v>
                </c:pt>
                <c:pt idx="774">
                  <c:v>0.36870000000000003</c:v>
                </c:pt>
                <c:pt idx="775">
                  <c:v>0.46560000000000001</c:v>
                </c:pt>
                <c:pt idx="776">
                  <c:v>0.53449999999999998</c:v>
                </c:pt>
                <c:pt idx="777">
                  <c:v>0.54710000000000003</c:v>
                </c:pt>
                <c:pt idx="778">
                  <c:v>0.54339999999999999</c:v>
                </c:pt>
                <c:pt idx="779">
                  <c:v>0.53710000000000002</c:v>
                </c:pt>
                <c:pt idx="780">
                  <c:v>0.495</c:v>
                </c:pt>
                <c:pt idx="781">
                  <c:v>0.50029999999999997</c:v>
                </c:pt>
                <c:pt idx="782">
                  <c:v>0.39910000000000001</c:v>
                </c:pt>
                <c:pt idx="783">
                  <c:v>0.5484</c:v>
                </c:pt>
                <c:pt idx="784">
                  <c:v>0.49469999999999997</c:v>
                </c:pt>
                <c:pt idx="785">
                  <c:v>0.49130000000000001</c:v>
                </c:pt>
                <c:pt idx="786">
                  <c:v>0.47360000000000002</c:v>
                </c:pt>
                <c:pt idx="787">
                  <c:v>0.51680000000000004</c:v>
                </c:pt>
                <c:pt idx="788">
                  <c:v>0.44819999999999999</c:v>
                </c:pt>
                <c:pt idx="789">
                  <c:v>0.499</c:v>
                </c:pt>
                <c:pt idx="790">
                  <c:v>0.48349999999999999</c:v>
                </c:pt>
                <c:pt idx="791">
                  <c:v>0.4834</c:v>
                </c:pt>
                <c:pt idx="792">
                  <c:v>0.49459999999999998</c:v>
                </c:pt>
                <c:pt idx="793">
                  <c:v>0.37530000000000002</c:v>
                </c:pt>
                <c:pt idx="794">
                  <c:v>0.4723</c:v>
                </c:pt>
                <c:pt idx="795">
                  <c:v>0.49180000000000001</c:v>
                </c:pt>
                <c:pt idx="796">
                  <c:v>0.39639999999999997</c:v>
                </c:pt>
                <c:pt idx="797">
                  <c:v>0.46860000000000002</c:v>
                </c:pt>
                <c:pt idx="798">
                  <c:v>0.45779999999999998</c:v>
                </c:pt>
                <c:pt idx="799">
                  <c:v>0.38900000000000001</c:v>
                </c:pt>
                <c:pt idx="800">
                  <c:v>0.4637</c:v>
                </c:pt>
                <c:pt idx="801">
                  <c:v>0.3992</c:v>
                </c:pt>
                <c:pt idx="802">
                  <c:v>0.41370000000000001</c:v>
                </c:pt>
                <c:pt idx="803">
                  <c:v>0.51270000000000004</c:v>
                </c:pt>
                <c:pt idx="804">
                  <c:v>0.49719999999999998</c:v>
                </c:pt>
                <c:pt idx="805">
                  <c:v>0.45240000000000002</c:v>
                </c:pt>
                <c:pt idx="806">
                  <c:v>0.43859999999999999</c:v>
                </c:pt>
                <c:pt idx="807">
                  <c:v>0.4123</c:v>
                </c:pt>
                <c:pt idx="808">
                  <c:v>0.435</c:v>
                </c:pt>
              </c:numCache>
            </c:numRef>
          </c:val>
          <c:smooth val="0"/>
          <c:extLst>
            <c:ext xmlns:c16="http://schemas.microsoft.com/office/drawing/2014/chart" uri="{C3380CC4-5D6E-409C-BE32-E72D297353CC}">
              <c16:uniqueId val="{00000000-1A79-4C07-8A4F-1C59607FA1D8}"/>
            </c:ext>
          </c:extLst>
        </c:ser>
        <c:ser>
          <c:idx val="1"/>
          <c:order val="1"/>
          <c:tx>
            <c:strRef>
              <c:f>Sheet1!$C$1</c:f>
              <c:strCache>
                <c:ptCount val="1"/>
                <c:pt idx="0">
                  <c:v>Republicans</c:v>
                </c:pt>
              </c:strCache>
            </c:strRef>
          </c:tx>
          <c:spPr>
            <a:ln w="12700" cap="flat">
              <a:solidFill>
                <a:srgbClr val="E34948"/>
              </a:solidFill>
              <a:prstDash val="solid"/>
              <a:round/>
            </a:ln>
            <a:effectLst/>
          </c:spPr>
          <c:marker>
            <c:symbol val="none"/>
          </c:marker>
          <c:cat>
            <c:strRef>
              <c:f>Sheet1!$A$2:$A$810</c:f>
              <c:strCache>
                <c:ptCount val="809"/>
                <c:pt idx="0">
                  <c:v>2011</c:v>
                </c:pt>
                <c:pt idx="1">
                  <c:v>2011</c:v>
                </c:pt>
                <c:pt idx="2">
                  <c:v>2011</c:v>
                </c:pt>
                <c:pt idx="3">
                  <c:v>2011</c:v>
                </c:pt>
                <c:pt idx="4">
                  <c:v>2011</c:v>
                </c:pt>
                <c:pt idx="5">
                  <c:v>2011</c:v>
                </c:pt>
                <c:pt idx="6">
                  <c:v>2011</c:v>
                </c:pt>
                <c:pt idx="7">
                  <c:v>2011</c:v>
                </c:pt>
                <c:pt idx="8">
                  <c:v>2011</c:v>
                </c:pt>
                <c:pt idx="9">
                  <c:v>2011</c:v>
                </c:pt>
                <c:pt idx="10">
                  <c:v>2011</c:v>
                </c:pt>
                <c:pt idx="11">
                  <c:v>2011</c:v>
                </c:pt>
                <c:pt idx="12">
                  <c:v>2011</c:v>
                </c:pt>
                <c:pt idx="13">
                  <c:v>2011</c:v>
                </c:pt>
                <c:pt idx="14">
                  <c:v>2011</c:v>
                </c:pt>
                <c:pt idx="15">
                  <c:v>2011</c:v>
                </c:pt>
                <c:pt idx="16">
                  <c:v>2011</c:v>
                </c:pt>
                <c:pt idx="17">
                  <c:v>2011</c:v>
                </c:pt>
                <c:pt idx="18">
                  <c:v>2011</c:v>
                </c:pt>
                <c:pt idx="19">
                  <c:v>2011</c:v>
                </c:pt>
                <c:pt idx="20">
                  <c:v>2011</c:v>
                </c:pt>
                <c:pt idx="21">
                  <c:v>2011</c:v>
                </c:pt>
                <c:pt idx="22">
                  <c:v>2011</c:v>
                </c:pt>
                <c:pt idx="23">
                  <c:v>2011</c:v>
                </c:pt>
                <c:pt idx="24">
                  <c:v>2011</c:v>
                </c:pt>
                <c:pt idx="25">
                  <c:v>2011</c:v>
                </c:pt>
                <c:pt idx="26">
                  <c:v>2011</c:v>
                </c:pt>
                <c:pt idx="27">
                  <c:v>2011</c:v>
                </c:pt>
                <c:pt idx="28">
                  <c:v>2011</c:v>
                </c:pt>
                <c:pt idx="29">
                  <c:v>2011</c:v>
                </c:pt>
                <c:pt idx="30">
                  <c:v>2011</c:v>
                </c:pt>
                <c:pt idx="31">
                  <c:v>2011</c:v>
                </c:pt>
                <c:pt idx="32">
                  <c:v>2011</c:v>
                </c:pt>
                <c:pt idx="33">
                  <c:v>2011</c:v>
                </c:pt>
                <c:pt idx="34">
                  <c:v>2011</c:v>
                </c:pt>
                <c:pt idx="35">
                  <c:v>2011</c:v>
                </c:pt>
                <c:pt idx="36">
                  <c:v>2011</c:v>
                </c:pt>
                <c:pt idx="37">
                  <c:v>2011</c:v>
                </c:pt>
                <c:pt idx="38">
                  <c:v>2011</c:v>
                </c:pt>
                <c:pt idx="39">
                  <c:v>2011</c:v>
                </c:pt>
                <c:pt idx="40">
                  <c:v>2011</c:v>
                </c:pt>
                <c:pt idx="41">
                  <c:v>2011</c:v>
                </c:pt>
                <c:pt idx="42">
                  <c:v>2011</c:v>
                </c:pt>
                <c:pt idx="43">
                  <c:v>2011</c:v>
                </c:pt>
                <c:pt idx="44">
                  <c:v>2011</c:v>
                </c:pt>
                <c:pt idx="45">
                  <c:v>2011</c:v>
                </c:pt>
                <c:pt idx="46">
                  <c:v>2011</c:v>
                </c:pt>
                <c:pt idx="47">
                  <c:v>2011</c:v>
                </c:pt>
                <c:pt idx="48">
                  <c:v>2011</c:v>
                </c:pt>
                <c:pt idx="49">
                  <c:v>2011</c:v>
                </c:pt>
                <c:pt idx="50">
                  <c:v>2012</c:v>
                </c:pt>
                <c:pt idx="51">
                  <c:v>2012</c:v>
                </c:pt>
                <c:pt idx="52">
                  <c:v>2012</c:v>
                </c:pt>
                <c:pt idx="53">
                  <c:v>2012</c:v>
                </c:pt>
                <c:pt idx="54">
                  <c:v>2012</c:v>
                </c:pt>
                <c:pt idx="55">
                  <c:v>2012</c:v>
                </c:pt>
                <c:pt idx="56">
                  <c:v>2012</c:v>
                </c:pt>
                <c:pt idx="57">
                  <c:v>2012</c:v>
                </c:pt>
                <c:pt idx="58">
                  <c:v>2012</c:v>
                </c:pt>
                <c:pt idx="59">
                  <c:v>2012</c:v>
                </c:pt>
                <c:pt idx="60">
                  <c:v>2012</c:v>
                </c:pt>
                <c:pt idx="61">
                  <c:v>2012</c:v>
                </c:pt>
                <c:pt idx="62">
                  <c:v>2012</c:v>
                </c:pt>
                <c:pt idx="63">
                  <c:v>2012</c:v>
                </c:pt>
                <c:pt idx="64">
                  <c:v>2012</c:v>
                </c:pt>
                <c:pt idx="65">
                  <c:v>2012</c:v>
                </c:pt>
                <c:pt idx="66">
                  <c:v>2012</c:v>
                </c:pt>
                <c:pt idx="67">
                  <c:v>2012</c:v>
                </c:pt>
                <c:pt idx="68">
                  <c:v>2012</c:v>
                </c:pt>
                <c:pt idx="69">
                  <c:v>2012</c:v>
                </c:pt>
                <c:pt idx="70">
                  <c:v>2012</c:v>
                </c:pt>
                <c:pt idx="71">
                  <c:v>2012</c:v>
                </c:pt>
                <c:pt idx="72">
                  <c:v>2012</c:v>
                </c:pt>
                <c:pt idx="73">
                  <c:v>2012</c:v>
                </c:pt>
                <c:pt idx="74">
                  <c:v>2012</c:v>
                </c:pt>
                <c:pt idx="75">
                  <c:v>2012</c:v>
                </c:pt>
                <c:pt idx="76">
                  <c:v>2012</c:v>
                </c:pt>
                <c:pt idx="77">
                  <c:v>2012</c:v>
                </c:pt>
                <c:pt idx="78">
                  <c:v>2012</c:v>
                </c:pt>
                <c:pt idx="79">
                  <c:v>2012</c:v>
                </c:pt>
                <c:pt idx="80">
                  <c:v>2012</c:v>
                </c:pt>
                <c:pt idx="81">
                  <c:v>2012</c:v>
                </c:pt>
                <c:pt idx="82">
                  <c:v>2012</c:v>
                </c:pt>
                <c:pt idx="83">
                  <c:v>2012</c:v>
                </c:pt>
                <c:pt idx="84">
                  <c:v>2012</c:v>
                </c:pt>
                <c:pt idx="85">
                  <c:v>2012</c:v>
                </c:pt>
                <c:pt idx="86">
                  <c:v>2012</c:v>
                </c:pt>
                <c:pt idx="87">
                  <c:v>2012</c:v>
                </c:pt>
                <c:pt idx="88">
                  <c:v>2012</c:v>
                </c:pt>
                <c:pt idx="89">
                  <c:v>2012</c:v>
                </c:pt>
                <c:pt idx="90">
                  <c:v>2012</c:v>
                </c:pt>
                <c:pt idx="91">
                  <c:v>2012</c:v>
                </c:pt>
                <c:pt idx="92">
                  <c:v>2012</c:v>
                </c:pt>
                <c:pt idx="93">
                  <c:v>2012</c:v>
                </c:pt>
                <c:pt idx="94">
                  <c:v>2012</c:v>
                </c:pt>
                <c:pt idx="95">
                  <c:v>2012</c:v>
                </c:pt>
                <c:pt idx="96">
                  <c:v>2012</c:v>
                </c:pt>
                <c:pt idx="97">
                  <c:v>2012</c:v>
                </c:pt>
                <c:pt idx="98">
                  <c:v>2012</c:v>
                </c:pt>
                <c:pt idx="99">
                  <c:v>2012</c:v>
                </c:pt>
                <c:pt idx="100">
                  <c:v>2012</c:v>
                </c:pt>
                <c:pt idx="101">
                  <c:v>2012</c:v>
                </c:pt>
                <c:pt idx="102">
                  <c:v>2013</c:v>
                </c:pt>
                <c:pt idx="103">
                  <c:v>2013</c:v>
                </c:pt>
                <c:pt idx="104">
                  <c:v>2013</c:v>
                </c:pt>
                <c:pt idx="105">
                  <c:v>2013</c:v>
                </c:pt>
                <c:pt idx="106">
                  <c:v>2013</c:v>
                </c:pt>
                <c:pt idx="107">
                  <c:v>2013</c:v>
                </c:pt>
                <c:pt idx="108">
                  <c:v>2013</c:v>
                </c:pt>
                <c:pt idx="109">
                  <c:v>2013</c:v>
                </c:pt>
                <c:pt idx="110">
                  <c:v>2013</c:v>
                </c:pt>
                <c:pt idx="111">
                  <c:v>2013</c:v>
                </c:pt>
                <c:pt idx="112">
                  <c:v>2013</c:v>
                </c:pt>
                <c:pt idx="113">
                  <c:v>2013</c:v>
                </c:pt>
                <c:pt idx="114">
                  <c:v>2013</c:v>
                </c:pt>
                <c:pt idx="115">
                  <c:v>2013</c:v>
                </c:pt>
                <c:pt idx="116">
                  <c:v>2013</c:v>
                </c:pt>
                <c:pt idx="117">
                  <c:v>2013</c:v>
                </c:pt>
                <c:pt idx="118">
                  <c:v>2013</c:v>
                </c:pt>
                <c:pt idx="119">
                  <c:v>2013</c:v>
                </c:pt>
                <c:pt idx="120">
                  <c:v>2013</c:v>
                </c:pt>
                <c:pt idx="121">
                  <c:v>2013</c:v>
                </c:pt>
                <c:pt idx="122">
                  <c:v>2013</c:v>
                </c:pt>
                <c:pt idx="123">
                  <c:v>2013</c:v>
                </c:pt>
                <c:pt idx="124">
                  <c:v>2013</c:v>
                </c:pt>
                <c:pt idx="125">
                  <c:v>2013</c:v>
                </c:pt>
                <c:pt idx="126">
                  <c:v>2013</c:v>
                </c:pt>
                <c:pt idx="127">
                  <c:v>2013</c:v>
                </c:pt>
                <c:pt idx="128">
                  <c:v>2013</c:v>
                </c:pt>
                <c:pt idx="129">
                  <c:v>2013</c:v>
                </c:pt>
                <c:pt idx="130">
                  <c:v>2013</c:v>
                </c:pt>
                <c:pt idx="131">
                  <c:v>2013</c:v>
                </c:pt>
                <c:pt idx="132">
                  <c:v>2013</c:v>
                </c:pt>
                <c:pt idx="133">
                  <c:v>2013</c:v>
                </c:pt>
                <c:pt idx="134">
                  <c:v>2013</c:v>
                </c:pt>
                <c:pt idx="135">
                  <c:v>2013</c:v>
                </c:pt>
                <c:pt idx="136">
                  <c:v>2013</c:v>
                </c:pt>
                <c:pt idx="137">
                  <c:v>2013</c:v>
                </c:pt>
                <c:pt idx="138">
                  <c:v>2013</c:v>
                </c:pt>
                <c:pt idx="139">
                  <c:v>2013</c:v>
                </c:pt>
                <c:pt idx="140">
                  <c:v>2013</c:v>
                </c:pt>
                <c:pt idx="141">
                  <c:v>2013</c:v>
                </c:pt>
                <c:pt idx="142">
                  <c:v>2013</c:v>
                </c:pt>
                <c:pt idx="143">
                  <c:v>2013</c:v>
                </c:pt>
                <c:pt idx="144">
                  <c:v>2013</c:v>
                </c:pt>
                <c:pt idx="145">
                  <c:v>2013</c:v>
                </c:pt>
                <c:pt idx="146">
                  <c:v>2013</c:v>
                </c:pt>
                <c:pt idx="147">
                  <c:v>2013</c:v>
                </c:pt>
                <c:pt idx="148">
                  <c:v>2013</c:v>
                </c:pt>
                <c:pt idx="149">
                  <c:v>2013</c:v>
                </c:pt>
                <c:pt idx="150">
                  <c:v>2013</c:v>
                </c:pt>
                <c:pt idx="151">
                  <c:v>2013</c:v>
                </c:pt>
                <c:pt idx="152">
                  <c:v>2013</c:v>
                </c:pt>
                <c:pt idx="153">
                  <c:v>2014</c:v>
                </c:pt>
                <c:pt idx="154">
                  <c:v>2014</c:v>
                </c:pt>
                <c:pt idx="155">
                  <c:v>2014</c:v>
                </c:pt>
                <c:pt idx="156">
                  <c:v>2014</c:v>
                </c:pt>
                <c:pt idx="157">
                  <c:v>2014</c:v>
                </c:pt>
                <c:pt idx="158">
                  <c:v>2014</c:v>
                </c:pt>
                <c:pt idx="159">
                  <c:v>2014</c:v>
                </c:pt>
                <c:pt idx="160">
                  <c:v>2014</c:v>
                </c:pt>
                <c:pt idx="161">
                  <c:v>2014</c:v>
                </c:pt>
                <c:pt idx="162">
                  <c:v>2014</c:v>
                </c:pt>
                <c:pt idx="163">
                  <c:v>2014</c:v>
                </c:pt>
                <c:pt idx="164">
                  <c:v>2014</c:v>
                </c:pt>
                <c:pt idx="165">
                  <c:v>2014</c:v>
                </c:pt>
                <c:pt idx="166">
                  <c:v>2014</c:v>
                </c:pt>
                <c:pt idx="167">
                  <c:v>2014</c:v>
                </c:pt>
                <c:pt idx="168">
                  <c:v>2014</c:v>
                </c:pt>
                <c:pt idx="169">
                  <c:v>2014</c:v>
                </c:pt>
                <c:pt idx="170">
                  <c:v>2014</c:v>
                </c:pt>
                <c:pt idx="171">
                  <c:v>2014</c:v>
                </c:pt>
                <c:pt idx="172">
                  <c:v>2014</c:v>
                </c:pt>
                <c:pt idx="173">
                  <c:v>2014</c:v>
                </c:pt>
                <c:pt idx="174">
                  <c:v>2014</c:v>
                </c:pt>
                <c:pt idx="175">
                  <c:v>2014</c:v>
                </c:pt>
                <c:pt idx="176">
                  <c:v>2014</c:v>
                </c:pt>
                <c:pt idx="177">
                  <c:v>2014</c:v>
                </c:pt>
                <c:pt idx="178">
                  <c:v>2014</c:v>
                </c:pt>
                <c:pt idx="179">
                  <c:v>2014</c:v>
                </c:pt>
                <c:pt idx="180">
                  <c:v>2014</c:v>
                </c:pt>
                <c:pt idx="181">
                  <c:v>2014</c:v>
                </c:pt>
                <c:pt idx="182">
                  <c:v>2014</c:v>
                </c:pt>
                <c:pt idx="183">
                  <c:v>2014</c:v>
                </c:pt>
                <c:pt idx="184">
                  <c:v>2014</c:v>
                </c:pt>
                <c:pt idx="185">
                  <c:v>2014</c:v>
                </c:pt>
                <c:pt idx="186">
                  <c:v>2014</c:v>
                </c:pt>
                <c:pt idx="187">
                  <c:v>2014</c:v>
                </c:pt>
                <c:pt idx="188">
                  <c:v>2014</c:v>
                </c:pt>
                <c:pt idx="189">
                  <c:v>2014</c:v>
                </c:pt>
                <c:pt idx="190">
                  <c:v>2014</c:v>
                </c:pt>
                <c:pt idx="191">
                  <c:v>2014</c:v>
                </c:pt>
                <c:pt idx="192">
                  <c:v>2014</c:v>
                </c:pt>
                <c:pt idx="193">
                  <c:v>2014</c:v>
                </c:pt>
                <c:pt idx="194">
                  <c:v>2014</c:v>
                </c:pt>
                <c:pt idx="195">
                  <c:v>2014</c:v>
                </c:pt>
                <c:pt idx="196">
                  <c:v>2014</c:v>
                </c:pt>
                <c:pt idx="197">
                  <c:v>2014</c:v>
                </c:pt>
                <c:pt idx="198">
                  <c:v>2014</c:v>
                </c:pt>
                <c:pt idx="199">
                  <c:v>2014</c:v>
                </c:pt>
                <c:pt idx="200">
                  <c:v>2014</c:v>
                </c:pt>
                <c:pt idx="201">
                  <c:v>2014</c:v>
                </c:pt>
                <c:pt idx="202">
                  <c:v>2014</c:v>
                </c:pt>
                <c:pt idx="203">
                  <c:v>2014</c:v>
                </c:pt>
                <c:pt idx="204">
                  <c:v>2015</c:v>
                </c:pt>
                <c:pt idx="205">
                  <c:v>2015</c:v>
                </c:pt>
                <c:pt idx="206">
                  <c:v>2015</c:v>
                </c:pt>
                <c:pt idx="207">
                  <c:v>2015</c:v>
                </c:pt>
                <c:pt idx="208">
                  <c:v>2015</c:v>
                </c:pt>
                <c:pt idx="209">
                  <c:v>2015</c:v>
                </c:pt>
                <c:pt idx="210">
                  <c:v>2015</c:v>
                </c:pt>
                <c:pt idx="211">
                  <c:v>2015</c:v>
                </c:pt>
                <c:pt idx="212">
                  <c:v>2015</c:v>
                </c:pt>
                <c:pt idx="213">
                  <c:v>2015</c:v>
                </c:pt>
                <c:pt idx="214">
                  <c:v>2015</c:v>
                </c:pt>
                <c:pt idx="215">
                  <c:v>2015</c:v>
                </c:pt>
                <c:pt idx="216">
                  <c:v>2015</c:v>
                </c:pt>
                <c:pt idx="217">
                  <c:v>2015</c:v>
                </c:pt>
                <c:pt idx="218">
                  <c:v>2015</c:v>
                </c:pt>
                <c:pt idx="219">
                  <c:v>2015</c:v>
                </c:pt>
                <c:pt idx="220">
                  <c:v>2015</c:v>
                </c:pt>
                <c:pt idx="221">
                  <c:v>2015</c:v>
                </c:pt>
                <c:pt idx="222">
                  <c:v>2015</c:v>
                </c:pt>
                <c:pt idx="223">
                  <c:v>2015</c:v>
                </c:pt>
                <c:pt idx="224">
                  <c:v>2015</c:v>
                </c:pt>
                <c:pt idx="225">
                  <c:v>2015</c:v>
                </c:pt>
                <c:pt idx="226">
                  <c:v>2015</c:v>
                </c:pt>
                <c:pt idx="227">
                  <c:v>2015</c:v>
                </c:pt>
                <c:pt idx="228">
                  <c:v>2015</c:v>
                </c:pt>
                <c:pt idx="229">
                  <c:v>2015</c:v>
                </c:pt>
                <c:pt idx="230">
                  <c:v>2015</c:v>
                </c:pt>
                <c:pt idx="231">
                  <c:v>2015</c:v>
                </c:pt>
                <c:pt idx="232">
                  <c:v>2015</c:v>
                </c:pt>
                <c:pt idx="233">
                  <c:v>2015</c:v>
                </c:pt>
                <c:pt idx="234">
                  <c:v>2015</c:v>
                </c:pt>
                <c:pt idx="235">
                  <c:v>2015</c:v>
                </c:pt>
                <c:pt idx="236">
                  <c:v>2015</c:v>
                </c:pt>
                <c:pt idx="237">
                  <c:v>2015</c:v>
                </c:pt>
                <c:pt idx="238">
                  <c:v>2015</c:v>
                </c:pt>
                <c:pt idx="239">
                  <c:v>2015</c:v>
                </c:pt>
                <c:pt idx="240">
                  <c:v>2015</c:v>
                </c:pt>
                <c:pt idx="241">
                  <c:v>2015</c:v>
                </c:pt>
                <c:pt idx="242">
                  <c:v>2015</c:v>
                </c:pt>
                <c:pt idx="243">
                  <c:v>2015</c:v>
                </c:pt>
                <c:pt idx="244">
                  <c:v>2015</c:v>
                </c:pt>
                <c:pt idx="245">
                  <c:v>2015</c:v>
                </c:pt>
                <c:pt idx="246">
                  <c:v>2015</c:v>
                </c:pt>
                <c:pt idx="247">
                  <c:v>2015</c:v>
                </c:pt>
                <c:pt idx="248">
                  <c:v>2015</c:v>
                </c:pt>
                <c:pt idx="249">
                  <c:v>2015</c:v>
                </c:pt>
                <c:pt idx="250">
                  <c:v>2015</c:v>
                </c:pt>
                <c:pt idx="251">
                  <c:v>2015</c:v>
                </c:pt>
                <c:pt idx="252">
                  <c:v>2015</c:v>
                </c:pt>
                <c:pt idx="253">
                  <c:v>2015</c:v>
                </c:pt>
                <c:pt idx="254">
                  <c:v>2015</c:v>
                </c:pt>
                <c:pt idx="255">
                  <c:v>2016</c:v>
                </c:pt>
                <c:pt idx="256">
                  <c:v>2016</c:v>
                </c:pt>
                <c:pt idx="257">
                  <c:v>2016</c:v>
                </c:pt>
                <c:pt idx="258">
                  <c:v>2016</c:v>
                </c:pt>
                <c:pt idx="259">
                  <c:v>2016</c:v>
                </c:pt>
                <c:pt idx="260">
                  <c:v>2016</c:v>
                </c:pt>
                <c:pt idx="261">
                  <c:v>2016</c:v>
                </c:pt>
                <c:pt idx="262">
                  <c:v>2016</c:v>
                </c:pt>
                <c:pt idx="263">
                  <c:v>2016</c:v>
                </c:pt>
                <c:pt idx="264">
                  <c:v>2016</c:v>
                </c:pt>
                <c:pt idx="265">
                  <c:v>2016</c:v>
                </c:pt>
                <c:pt idx="266">
                  <c:v>2016</c:v>
                </c:pt>
                <c:pt idx="267">
                  <c:v>2016</c:v>
                </c:pt>
                <c:pt idx="268">
                  <c:v>2016</c:v>
                </c:pt>
                <c:pt idx="269">
                  <c:v>2016</c:v>
                </c:pt>
                <c:pt idx="270">
                  <c:v>2016</c:v>
                </c:pt>
                <c:pt idx="271">
                  <c:v>2016</c:v>
                </c:pt>
                <c:pt idx="272">
                  <c:v>2016</c:v>
                </c:pt>
                <c:pt idx="273">
                  <c:v>2016</c:v>
                </c:pt>
                <c:pt idx="274">
                  <c:v>2016</c:v>
                </c:pt>
                <c:pt idx="275">
                  <c:v>2016</c:v>
                </c:pt>
                <c:pt idx="276">
                  <c:v>2016</c:v>
                </c:pt>
                <c:pt idx="277">
                  <c:v>2016</c:v>
                </c:pt>
                <c:pt idx="278">
                  <c:v>2016</c:v>
                </c:pt>
                <c:pt idx="279">
                  <c:v>2016</c:v>
                </c:pt>
                <c:pt idx="280">
                  <c:v>2016</c:v>
                </c:pt>
                <c:pt idx="281">
                  <c:v>2016</c:v>
                </c:pt>
                <c:pt idx="282">
                  <c:v>2016</c:v>
                </c:pt>
                <c:pt idx="283">
                  <c:v>2016</c:v>
                </c:pt>
                <c:pt idx="284">
                  <c:v>2016</c:v>
                </c:pt>
                <c:pt idx="285">
                  <c:v>2016</c:v>
                </c:pt>
                <c:pt idx="286">
                  <c:v>2016</c:v>
                </c:pt>
                <c:pt idx="287">
                  <c:v>2016</c:v>
                </c:pt>
                <c:pt idx="288">
                  <c:v>2016</c:v>
                </c:pt>
                <c:pt idx="289">
                  <c:v>2016</c:v>
                </c:pt>
                <c:pt idx="290">
                  <c:v>2016</c:v>
                </c:pt>
                <c:pt idx="291">
                  <c:v>2016</c:v>
                </c:pt>
                <c:pt idx="292">
                  <c:v>2016</c:v>
                </c:pt>
                <c:pt idx="293">
                  <c:v>2016</c:v>
                </c:pt>
                <c:pt idx="294">
                  <c:v>2016</c:v>
                </c:pt>
                <c:pt idx="295">
                  <c:v>2016</c:v>
                </c:pt>
                <c:pt idx="296">
                  <c:v>2016</c:v>
                </c:pt>
                <c:pt idx="297">
                  <c:v>2016</c:v>
                </c:pt>
                <c:pt idx="298">
                  <c:v>2016</c:v>
                </c:pt>
                <c:pt idx="299">
                  <c:v>2016</c:v>
                </c:pt>
                <c:pt idx="300">
                  <c:v>2016</c:v>
                </c:pt>
                <c:pt idx="301">
                  <c:v>2016</c:v>
                </c:pt>
                <c:pt idx="302">
                  <c:v>2016</c:v>
                </c:pt>
                <c:pt idx="303">
                  <c:v>2016</c:v>
                </c:pt>
                <c:pt idx="304">
                  <c:v>2016</c:v>
                </c:pt>
                <c:pt idx="305">
                  <c:v>2016</c:v>
                </c:pt>
                <c:pt idx="306">
                  <c:v>2017</c:v>
                </c:pt>
                <c:pt idx="307">
                  <c:v>2017</c:v>
                </c:pt>
                <c:pt idx="308">
                  <c:v>2017</c:v>
                </c:pt>
                <c:pt idx="309">
                  <c:v>2017</c:v>
                </c:pt>
                <c:pt idx="310">
                  <c:v>2017</c:v>
                </c:pt>
                <c:pt idx="311">
                  <c:v>2017</c:v>
                </c:pt>
                <c:pt idx="312">
                  <c:v>2017</c:v>
                </c:pt>
                <c:pt idx="313">
                  <c:v>2017</c:v>
                </c:pt>
                <c:pt idx="314">
                  <c:v>2017</c:v>
                </c:pt>
                <c:pt idx="315">
                  <c:v>2017</c:v>
                </c:pt>
                <c:pt idx="316">
                  <c:v>2017</c:v>
                </c:pt>
                <c:pt idx="317">
                  <c:v>2017</c:v>
                </c:pt>
                <c:pt idx="318">
                  <c:v>2017</c:v>
                </c:pt>
                <c:pt idx="319">
                  <c:v>2017</c:v>
                </c:pt>
                <c:pt idx="320">
                  <c:v>2017</c:v>
                </c:pt>
                <c:pt idx="321">
                  <c:v>2017</c:v>
                </c:pt>
                <c:pt idx="322">
                  <c:v>2017</c:v>
                </c:pt>
                <c:pt idx="323">
                  <c:v>2017</c:v>
                </c:pt>
                <c:pt idx="324">
                  <c:v>2017</c:v>
                </c:pt>
                <c:pt idx="325">
                  <c:v>2017</c:v>
                </c:pt>
                <c:pt idx="326">
                  <c:v>2017</c:v>
                </c:pt>
                <c:pt idx="327">
                  <c:v>2017</c:v>
                </c:pt>
                <c:pt idx="328">
                  <c:v>2017</c:v>
                </c:pt>
                <c:pt idx="329">
                  <c:v>2017</c:v>
                </c:pt>
                <c:pt idx="330">
                  <c:v>2017</c:v>
                </c:pt>
                <c:pt idx="331">
                  <c:v>2017</c:v>
                </c:pt>
                <c:pt idx="332">
                  <c:v>2017</c:v>
                </c:pt>
                <c:pt idx="333">
                  <c:v>2017</c:v>
                </c:pt>
                <c:pt idx="334">
                  <c:v>2017</c:v>
                </c:pt>
                <c:pt idx="335">
                  <c:v>2017</c:v>
                </c:pt>
                <c:pt idx="336">
                  <c:v>2017</c:v>
                </c:pt>
                <c:pt idx="337">
                  <c:v>2017</c:v>
                </c:pt>
                <c:pt idx="338">
                  <c:v>2017</c:v>
                </c:pt>
                <c:pt idx="339">
                  <c:v>2017</c:v>
                </c:pt>
                <c:pt idx="340">
                  <c:v>2017</c:v>
                </c:pt>
                <c:pt idx="341">
                  <c:v>2017</c:v>
                </c:pt>
                <c:pt idx="342">
                  <c:v>2017</c:v>
                </c:pt>
                <c:pt idx="343">
                  <c:v>2017</c:v>
                </c:pt>
                <c:pt idx="344">
                  <c:v>2017</c:v>
                </c:pt>
                <c:pt idx="345">
                  <c:v>2017</c:v>
                </c:pt>
                <c:pt idx="346">
                  <c:v>2017</c:v>
                </c:pt>
                <c:pt idx="347">
                  <c:v>2017</c:v>
                </c:pt>
                <c:pt idx="348">
                  <c:v>2017</c:v>
                </c:pt>
                <c:pt idx="349">
                  <c:v>2017</c:v>
                </c:pt>
                <c:pt idx="350">
                  <c:v>2017</c:v>
                </c:pt>
                <c:pt idx="351">
                  <c:v>2017</c:v>
                </c:pt>
                <c:pt idx="352">
                  <c:v>2017</c:v>
                </c:pt>
                <c:pt idx="353">
                  <c:v>2017</c:v>
                </c:pt>
                <c:pt idx="354">
                  <c:v>2017</c:v>
                </c:pt>
                <c:pt idx="355">
                  <c:v>2017</c:v>
                </c:pt>
                <c:pt idx="356">
                  <c:v>2017</c:v>
                </c:pt>
                <c:pt idx="357">
                  <c:v>2017</c:v>
                </c:pt>
                <c:pt idx="358">
                  <c:v>2018</c:v>
                </c:pt>
                <c:pt idx="359">
                  <c:v>2018</c:v>
                </c:pt>
                <c:pt idx="360">
                  <c:v>2018</c:v>
                </c:pt>
                <c:pt idx="361">
                  <c:v>2018</c:v>
                </c:pt>
                <c:pt idx="362">
                  <c:v>2018</c:v>
                </c:pt>
                <c:pt idx="363">
                  <c:v>2018</c:v>
                </c:pt>
                <c:pt idx="364">
                  <c:v>2018</c:v>
                </c:pt>
                <c:pt idx="365">
                  <c:v>2018</c:v>
                </c:pt>
                <c:pt idx="366">
                  <c:v>2018</c:v>
                </c:pt>
                <c:pt idx="367">
                  <c:v>2018</c:v>
                </c:pt>
                <c:pt idx="368">
                  <c:v>2018</c:v>
                </c:pt>
                <c:pt idx="369">
                  <c:v>2018</c:v>
                </c:pt>
                <c:pt idx="370">
                  <c:v>2018</c:v>
                </c:pt>
                <c:pt idx="371">
                  <c:v>2018</c:v>
                </c:pt>
                <c:pt idx="372">
                  <c:v>2018</c:v>
                </c:pt>
                <c:pt idx="373">
                  <c:v>2018</c:v>
                </c:pt>
                <c:pt idx="374">
                  <c:v>2018</c:v>
                </c:pt>
                <c:pt idx="375">
                  <c:v>2018</c:v>
                </c:pt>
                <c:pt idx="376">
                  <c:v>2018</c:v>
                </c:pt>
                <c:pt idx="377">
                  <c:v>2018</c:v>
                </c:pt>
                <c:pt idx="378">
                  <c:v>2018</c:v>
                </c:pt>
                <c:pt idx="379">
                  <c:v>2018</c:v>
                </c:pt>
                <c:pt idx="380">
                  <c:v>2018</c:v>
                </c:pt>
                <c:pt idx="381">
                  <c:v>2018</c:v>
                </c:pt>
                <c:pt idx="382">
                  <c:v>2018</c:v>
                </c:pt>
                <c:pt idx="383">
                  <c:v>2018</c:v>
                </c:pt>
                <c:pt idx="384">
                  <c:v>2018</c:v>
                </c:pt>
                <c:pt idx="385">
                  <c:v>2018</c:v>
                </c:pt>
                <c:pt idx="386">
                  <c:v>2018</c:v>
                </c:pt>
                <c:pt idx="387">
                  <c:v>2018</c:v>
                </c:pt>
                <c:pt idx="388">
                  <c:v>2018</c:v>
                </c:pt>
                <c:pt idx="389">
                  <c:v>2018</c:v>
                </c:pt>
                <c:pt idx="390">
                  <c:v>2018</c:v>
                </c:pt>
                <c:pt idx="391">
                  <c:v>2018</c:v>
                </c:pt>
                <c:pt idx="392">
                  <c:v>2018</c:v>
                </c:pt>
                <c:pt idx="393">
                  <c:v>2018</c:v>
                </c:pt>
                <c:pt idx="394">
                  <c:v>2018</c:v>
                </c:pt>
                <c:pt idx="395">
                  <c:v>2018</c:v>
                </c:pt>
                <c:pt idx="396">
                  <c:v>2018</c:v>
                </c:pt>
                <c:pt idx="397">
                  <c:v>2018</c:v>
                </c:pt>
                <c:pt idx="398">
                  <c:v>2018</c:v>
                </c:pt>
                <c:pt idx="399">
                  <c:v>2018</c:v>
                </c:pt>
                <c:pt idx="400">
                  <c:v>2018</c:v>
                </c:pt>
                <c:pt idx="401">
                  <c:v>2018</c:v>
                </c:pt>
                <c:pt idx="402">
                  <c:v>2018</c:v>
                </c:pt>
                <c:pt idx="403">
                  <c:v>2018</c:v>
                </c:pt>
                <c:pt idx="404">
                  <c:v>2018</c:v>
                </c:pt>
                <c:pt idx="405">
                  <c:v>2018</c:v>
                </c:pt>
                <c:pt idx="406">
                  <c:v>2018</c:v>
                </c:pt>
                <c:pt idx="407">
                  <c:v>2018</c:v>
                </c:pt>
                <c:pt idx="408">
                  <c:v>2018</c:v>
                </c:pt>
                <c:pt idx="409">
                  <c:v>2018</c:v>
                </c:pt>
                <c:pt idx="410">
                  <c:v>2018</c:v>
                </c:pt>
                <c:pt idx="411">
                  <c:v>2019</c:v>
                </c:pt>
                <c:pt idx="412">
                  <c:v>2019</c:v>
                </c:pt>
                <c:pt idx="413">
                  <c:v>2019</c:v>
                </c:pt>
                <c:pt idx="414">
                  <c:v>2019</c:v>
                </c:pt>
                <c:pt idx="415">
                  <c:v>2019</c:v>
                </c:pt>
                <c:pt idx="416">
                  <c:v>2019</c:v>
                </c:pt>
                <c:pt idx="417">
                  <c:v>2019</c:v>
                </c:pt>
                <c:pt idx="418">
                  <c:v>2019</c:v>
                </c:pt>
                <c:pt idx="419">
                  <c:v>2019</c:v>
                </c:pt>
                <c:pt idx="420">
                  <c:v>2019</c:v>
                </c:pt>
                <c:pt idx="421">
                  <c:v>2019</c:v>
                </c:pt>
                <c:pt idx="422">
                  <c:v>2019</c:v>
                </c:pt>
                <c:pt idx="423">
                  <c:v>2019</c:v>
                </c:pt>
                <c:pt idx="424">
                  <c:v>2019</c:v>
                </c:pt>
                <c:pt idx="425">
                  <c:v>2019</c:v>
                </c:pt>
                <c:pt idx="426">
                  <c:v>2019</c:v>
                </c:pt>
                <c:pt idx="427">
                  <c:v>2019</c:v>
                </c:pt>
                <c:pt idx="428">
                  <c:v>2019</c:v>
                </c:pt>
                <c:pt idx="429">
                  <c:v>2019</c:v>
                </c:pt>
                <c:pt idx="430">
                  <c:v>2019</c:v>
                </c:pt>
                <c:pt idx="431">
                  <c:v>2019</c:v>
                </c:pt>
                <c:pt idx="432">
                  <c:v>2019</c:v>
                </c:pt>
                <c:pt idx="433">
                  <c:v>2019</c:v>
                </c:pt>
                <c:pt idx="434">
                  <c:v>2019</c:v>
                </c:pt>
                <c:pt idx="435">
                  <c:v>2019</c:v>
                </c:pt>
                <c:pt idx="436">
                  <c:v>2019</c:v>
                </c:pt>
                <c:pt idx="437">
                  <c:v>2019</c:v>
                </c:pt>
                <c:pt idx="438">
                  <c:v>2019</c:v>
                </c:pt>
                <c:pt idx="439">
                  <c:v>2019</c:v>
                </c:pt>
                <c:pt idx="440">
                  <c:v>2019</c:v>
                </c:pt>
                <c:pt idx="441">
                  <c:v>2019</c:v>
                </c:pt>
                <c:pt idx="442">
                  <c:v>2019</c:v>
                </c:pt>
                <c:pt idx="443">
                  <c:v>2019</c:v>
                </c:pt>
                <c:pt idx="444">
                  <c:v>2019</c:v>
                </c:pt>
                <c:pt idx="445">
                  <c:v>2019</c:v>
                </c:pt>
                <c:pt idx="446">
                  <c:v>2019</c:v>
                </c:pt>
                <c:pt idx="447">
                  <c:v>2019</c:v>
                </c:pt>
                <c:pt idx="448">
                  <c:v>2019</c:v>
                </c:pt>
                <c:pt idx="449">
                  <c:v>2019</c:v>
                </c:pt>
                <c:pt idx="450">
                  <c:v>2019</c:v>
                </c:pt>
                <c:pt idx="451">
                  <c:v>2019</c:v>
                </c:pt>
                <c:pt idx="452">
                  <c:v>2019</c:v>
                </c:pt>
                <c:pt idx="453">
                  <c:v>2019</c:v>
                </c:pt>
                <c:pt idx="454">
                  <c:v>2019</c:v>
                </c:pt>
                <c:pt idx="455">
                  <c:v>2019</c:v>
                </c:pt>
                <c:pt idx="456">
                  <c:v>2019</c:v>
                </c:pt>
                <c:pt idx="457">
                  <c:v>2019</c:v>
                </c:pt>
                <c:pt idx="458">
                  <c:v>2019</c:v>
                </c:pt>
                <c:pt idx="459">
                  <c:v>2019</c:v>
                </c:pt>
                <c:pt idx="460">
                  <c:v>2019</c:v>
                </c:pt>
                <c:pt idx="461">
                  <c:v>2019</c:v>
                </c:pt>
                <c:pt idx="462">
                  <c:v>2019</c:v>
                </c:pt>
                <c:pt idx="463">
                  <c:v>2020</c:v>
                </c:pt>
                <c:pt idx="464">
                  <c:v>2020</c:v>
                </c:pt>
                <c:pt idx="465">
                  <c:v>2020</c:v>
                </c:pt>
                <c:pt idx="466">
                  <c:v>2020</c:v>
                </c:pt>
                <c:pt idx="467">
                  <c:v>2020</c:v>
                </c:pt>
                <c:pt idx="468">
                  <c:v>2020</c:v>
                </c:pt>
                <c:pt idx="469">
                  <c:v>2020</c:v>
                </c:pt>
                <c:pt idx="470">
                  <c:v>2020</c:v>
                </c:pt>
                <c:pt idx="471">
                  <c:v>2020</c:v>
                </c:pt>
                <c:pt idx="472">
                  <c:v>2020</c:v>
                </c:pt>
                <c:pt idx="473">
                  <c:v>2020</c:v>
                </c:pt>
                <c:pt idx="474">
                  <c:v>2020</c:v>
                </c:pt>
                <c:pt idx="475">
                  <c:v>2020</c:v>
                </c:pt>
                <c:pt idx="476">
                  <c:v>2020</c:v>
                </c:pt>
                <c:pt idx="477">
                  <c:v>2020</c:v>
                </c:pt>
                <c:pt idx="478">
                  <c:v>2020</c:v>
                </c:pt>
                <c:pt idx="479">
                  <c:v>2020</c:v>
                </c:pt>
                <c:pt idx="480">
                  <c:v>2020</c:v>
                </c:pt>
                <c:pt idx="481">
                  <c:v>2020</c:v>
                </c:pt>
                <c:pt idx="482">
                  <c:v>2020</c:v>
                </c:pt>
                <c:pt idx="483">
                  <c:v>2020</c:v>
                </c:pt>
                <c:pt idx="484">
                  <c:v>2020</c:v>
                </c:pt>
                <c:pt idx="485">
                  <c:v>2020</c:v>
                </c:pt>
                <c:pt idx="486">
                  <c:v>2020</c:v>
                </c:pt>
                <c:pt idx="487">
                  <c:v>2020</c:v>
                </c:pt>
                <c:pt idx="488">
                  <c:v>2020</c:v>
                </c:pt>
                <c:pt idx="489">
                  <c:v>2020</c:v>
                </c:pt>
                <c:pt idx="490">
                  <c:v>2020</c:v>
                </c:pt>
                <c:pt idx="491">
                  <c:v>2020</c:v>
                </c:pt>
                <c:pt idx="492">
                  <c:v>2020</c:v>
                </c:pt>
                <c:pt idx="493">
                  <c:v>2020</c:v>
                </c:pt>
                <c:pt idx="494">
                  <c:v>2020</c:v>
                </c:pt>
                <c:pt idx="495">
                  <c:v>2020</c:v>
                </c:pt>
                <c:pt idx="496">
                  <c:v>2020</c:v>
                </c:pt>
                <c:pt idx="497">
                  <c:v>2020</c:v>
                </c:pt>
                <c:pt idx="498">
                  <c:v>2020</c:v>
                </c:pt>
                <c:pt idx="499">
                  <c:v>2020</c:v>
                </c:pt>
                <c:pt idx="500">
                  <c:v>2020</c:v>
                </c:pt>
                <c:pt idx="501">
                  <c:v>2020</c:v>
                </c:pt>
                <c:pt idx="502">
                  <c:v>2020</c:v>
                </c:pt>
                <c:pt idx="503">
                  <c:v>2020</c:v>
                </c:pt>
                <c:pt idx="504">
                  <c:v>2020</c:v>
                </c:pt>
                <c:pt idx="505">
                  <c:v>2020</c:v>
                </c:pt>
                <c:pt idx="506">
                  <c:v>2020</c:v>
                </c:pt>
                <c:pt idx="507">
                  <c:v>2020</c:v>
                </c:pt>
                <c:pt idx="508">
                  <c:v>2020</c:v>
                </c:pt>
                <c:pt idx="509">
                  <c:v>2020</c:v>
                </c:pt>
                <c:pt idx="510">
                  <c:v>2020</c:v>
                </c:pt>
                <c:pt idx="511">
                  <c:v>2020</c:v>
                </c:pt>
                <c:pt idx="512">
                  <c:v>2020</c:v>
                </c:pt>
                <c:pt idx="513">
                  <c:v>2020</c:v>
                </c:pt>
                <c:pt idx="514">
                  <c:v>2020</c:v>
                </c:pt>
                <c:pt idx="515">
                  <c:v>2021</c:v>
                </c:pt>
                <c:pt idx="516">
                  <c:v>2021</c:v>
                </c:pt>
                <c:pt idx="517">
                  <c:v>2021</c:v>
                </c:pt>
                <c:pt idx="518">
                  <c:v>2021</c:v>
                </c:pt>
                <c:pt idx="519">
                  <c:v>2021</c:v>
                </c:pt>
                <c:pt idx="520">
                  <c:v>2021</c:v>
                </c:pt>
                <c:pt idx="521">
                  <c:v>2021</c:v>
                </c:pt>
                <c:pt idx="522">
                  <c:v>2021</c:v>
                </c:pt>
                <c:pt idx="523">
                  <c:v>2021</c:v>
                </c:pt>
                <c:pt idx="524">
                  <c:v>2021</c:v>
                </c:pt>
                <c:pt idx="525">
                  <c:v>2021</c:v>
                </c:pt>
                <c:pt idx="526">
                  <c:v>2021</c:v>
                </c:pt>
                <c:pt idx="527">
                  <c:v>2021</c:v>
                </c:pt>
                <c:pt idx="528">
                  <c:v>2021</c:v>
                </c:pt>
                <c:pt idx="529">
                  <c:v>2021</c:v>
                </c:pt>
                <c:pt idx="530">
                  <c:v>2021</c:v>
                </c:pt>
                <c:pt idx="531">
                  <c:v>2021</c:v>
                </c:pt>
                <c:pt idx="532">
                  <c:v>2021</c:v>
                </c:pt>
                <c:pt idx="533">
                  <c:v>2021</c:v>
                </c:pt>
                <c:pt idx="534">
                  <c:v>2021</c:v>
                </c:pt>
                <c:pt idx="535">
                  <c:v>2021</c:v>
                </c:pt>
                <c:pt idx="536">
                  <c:v>2021</c:v>
                </c:pt>
                <c:pt idx="537">
                  <c:v>2021</c:v>
                </c:pt>
                <c:pt idx="538">
                  <c:v>2021</c:v>
                </c:pt>
                <c:pt idx="539">
                  <c:v>2021</c:v>
                </c:pt>
                <c:pt idx="540">
                  <c:v>2021</c:v>
                </c:pt>
                <c:pt idx="541">
                  <c:v>2021</c:v>
                </c:pt>
                <c:pt idx="542">
                  <c:v>2021</c:v>
                </c:pt>
                <c:pt idx="543">
                  <c:v>2021</c:v>
                </c:pt>
                <c:pt idx="544">
                  <c:v>2021</c:v>
                </c:pt>
                <c:pt idx="545">
                  <c:v>2021</c:v>
                </c:pt>
                <c:pt idx="546">
                  <c:v>2021</c:v>
                </c:pt>
                <c:pt idx="547">
                  <c:v>2021</c:v>
                </c:pt>
                <c:pt idx="548">
                  <c:v>2021</c:v>
                </c:pt>
                <c:pt idx="549">
                  <c:v>2021</c:v>
                </c:pt>
                <c:pt idx="550">
                  <c:v>2021</c:v>
                </c:pt>
                <c:pt idx="551">
                  <c:v>2021</c:v>
                </c:pt>
                <c:pt idx="552">
                  <c:v>2021</c:v>
                </c:pt>
                <c:pt idx="553">
                  <c:v>2021</c:v>
                </c:pt>
                <c:pt idx="554">
                  <c:v>2021</c:v>
                </c:pt>
                <c:pt idx="555">
                  <c:v>2021</c:v>
                </c:pt>
                <c:pt idx="556">
                  <c:v>2021</c:v>
                </c:pt>
                <c:pt idx="557">
                  <c:v>2021</c:v>
                </c:pt>
                <c:pt idx="558">
                  <c:v>2021</c:v>
                </c:pt>
                <c:pt idx="559">
                  <c:v>2021</c:v>
                </c:pt>
                <c:pt idx="560">
                  <c:v>2021</c:v>
                </c:pt>
                <c:pt idx="561">
                  <c:v>2021</c:v>
                </c:pt>
                <c:pt idx="562">
                  <c:v>2021</c:v>
                </c:pt>
                <c:pt idx="563">
                  <c:v>2021</c:v>
                </c:pt>
                <c:pt idx="564">
                  <c:v>2021</c:v>
                </c:pt>
                <c:pt idx="565">
                  <c:v>2021</c:v>
                </c:pt>
                <c:pt idx="566">
                  <c:v>2021</c:v>
                </c:pt>
                <c:pt idx="567">
                  <c:v>2022</c:v>
                </c:pt>
                <c:pt idx="568">
                  <c:v>2022</c:v>
                </c:pt>
                <c:pt idx="569">
                  <c:v>2022</c:v>
                </c:pt>
                <c:pt idx="570">
                  <c:v>2022</c:v>
                </c:pt>
                <c:pt idx="571">
                  <c:v>2022</c:v>
                </c:pt>
                <c:pt idx="572">
                  <c:v>2022</c:v>
                </c:pt>
                <c:pt idx="573">
                  <c:v>2022</c:v>
                </c:pt>
                <c:pt idx="574">
                  <c:v>2022</c:v>
                </c:pt>
                <c:pt idx="575">
                  <c:v>2022</c:v>
                </c:pt>
                <c:pt idx="576">
                  <c:v>2022</c:v>
                </c:pt>
                <c:pt idx="577">
                  <c:v>2022</c:v>
                </c:pt>
                <c:pt idx="578">
                  <c:v>2022</c:v>
                </c:pt>
                <c:pt idx="579">
                  <c:v>2022</c:v>
                </c:pt>
                <c:pt idx="580">
                  <c:v>2022</c:v>
                </c:pt>
                <c:pt idx="581">
                  <c:v>2022</c:v>
                </c:pt>
                <c:pt idx="582">
                  <c:v>2022</c:v>
                </c:pt>
                <c:pt idx="583">
                  <c:v>2022</c:v>
                </c:pt>
                <c:pt idx="584">
                  <c:v>2022</c:v>
                </c:pt>
                <c:pt idx="585">
                  <c:v>2022</c:v>
                </c:pt>
                <c:pt idx="586">
                  <c:v>2022</c:v>
                </c:pt>
                <c:pt idx="587">
                  <c:v>2022</c:v>
                </c:pt>
                <c:pt idx="588">
                  <c:v>2022</c:v>
                </c:pt>
                <c:pt idx="589">
                  <c:v>2022</c:v>
                </c:pt>
                <c:pt idx="590">
                  <c:v>2022</c:v>
                </c:pt>
                <c:pt idx="591">
                  <c:v>2022</c:v>
                </c:pt>
                <c:pt idx="592">
                  <c:v>2022</c:v>
                </c:pt>
                <c:pt idx="593">
                  <c:v>2022</c:v>
                </c:pt>
                <c:pt idx="594">
                  <c:v>2022</c:v>
                </c:pt>
                <c:pt idx="595">
                  <c:v>2022</c:v>
                </c:pt>
                <c:pt idx="596">
                  <c:v>2022</c:v>
                </c:pt>
                <c:pt idx="597">
                  <c:v>2022</c:v>
                </c:pt>
                <c:pt idx="598">
                  <c:v>2022</c:v>
                </c:pt>
                <c:pt idx="599">
                  <c:v>2022</c:v>
                </c:pt>
                <c:pt idx="600">
                  <c:v>2022</c:v>
                </c:pt>
                <c:pt idx="601">
                  <c:v>2022</c:v>
                </c:pt>
                <c:pt idx="602">
                  <c:v>2022</c:v>
                </c:pt>
                <c:pt idx="603">
                  <c:v>2022</c:v>
                </c:pt>
                <c:pt idx="604">
                  <c:v>2022</c:v>
                </c:pt>
                <c:pt idx="605">
                  <c:v>2022</c:v>
                </c:pt>
                <c:pt idx="606">
                  <c:v>2022</c:v>
                </c:pt>
                <c:pt idx="607">
                  <c:v>2022</c:v>
                </c:pt>
                <c:pt idx="608">
                  <c:v>2022</c:v>
                </c:pt>
                <c:pt idx="609">
                  <c:v>2022</c:v>
                </c:pt>
                <c:pt idx="610">
                  <c:v>2022</c:v>
                </c:pt>
                <c:pt idx="611">
                  <c:v>2022</c:v>
                </c:pt>
                <c:pt idx="612">
                  <c:v>2022</c:v>
                </c:pt>
                <c:pt idx="613">
                  <c:v>2022</c:v>
                </c:pt>
                <c:pt idx="614">
                  <c:v>2022</c:v>
                </c:pt>
                <c:pt idx="615">
                  <c:v>2022</c:v>
                </c:pt>
                <c:pt idx="616">
                  <c:v>2022</c:v>
                </c:pt>
                <c:pt idx="617">
                  <c:v>2022</c:v>
                </c:pt>
                <c:pt idx="618">
                  <c:v>2022</c:v>
                </c:pt>
                <c:pt idx="619">
                  <c:v>2023</c:v>
                </c:pt>
                <c:pt idx="620">
                  <c:v>2023</c:v>
                </c:pt>
                <c:pt idx="621">
                  <c:v>2023</c:v>
                </c:pt>
                <c:pt idx="622">
                  <c:v>2023</c:v>
                </c:pt>
                <c:pt idx="623">
                  <c:v>2023</c:v>
                </c:pt>
                <c:pt idx="624">
                  <c:v>2023</c:v>
                </c:pt>
                <c:pt idx="625">
                  <c:v>2023</c:v>
                </c:pt>
                <c:pt idx="626">
                  <c:v>2023</c:v>
                </c:pt>
                <c:pt idx="627">
                  <c:v>2023</c:v>
                </c:pt>
                <c:pt idx="628">
                  <c:v>2023</c:v>
                </c:pt>
                <c:pt idx="629">
                  <c:v>2023</c:v>
                </c:pt>
                <c:pt idx="630">
                  <c:v>2023</c:v>
                </c:pt>
                <c:pt idx="631">
                  <c:v>2023</c:v>
                </c:pt>
                <c:pt idx="632">
                  <c:v>2023</c:v>
                </c:pt>
                <c:pt idx="633">
                  <c:v>2023</c:v>
                </c:pt>
                <c:pt idx="634">
                  <c:v>2023</c:v>
                </c:pt>
                <c:pt idx="635">
                  <c:v>2023</c:v>
                </c:pt>
                <c:pt idx="636">
                  <c:v>2023</c:v>
                </c:pt>
                <c:pt idx="637">
                  <c:v>2023</c:v>
                </c:pt>
                <c:pt idx="638">
                  <c:v>2023</c:v>
                </c:pt>
                <c:pt idx="639">
                  <c:v>2023</c:v>
                </c:pt>
                <c:pt idx="640">
                  <c:v>2023</c:v>
                </c:pt>
                <c:pt idx="641">
                  <c:v>2023</c:v>
                </c:pt>
                <c:pt idx="642">
                  <c:v>2023</c:v>
                </c:pt>
                <c:pt idx="643">
                  <c:v>2023</c:v>
                </c:pt>
                <c:pt idx="644">
                  <c:v>2023</c:v>
                </c:pt>
                <c:pt idx="645">
                  <c:v>2023</c:v>
                </c:pt>
                <c:pt idx="646">
                  <c:v>2023</c:v>
                </c:pt>
                <c:pt idx="647">
                  <c:v>2023</c:v>
                </c:pt>
                <c:pt idx="648">
                  <c:v>2023</c:v>
                </c:pt>
                <c:pt idx="649">
                  <c:v>2023</c:v>
                </c:pt>
                <c:pt idx="650">
                  <c:v>2023</c:v>
                </c:pt>
                <c:pt idx="651">
                  <c:v>2023</c:v>
                </c:pt>
                <c:pt idx="652">
                  <c:v>2023</c:v>
                </c:pt>
                <c:pt idx="653">
                  <c:v>2023</c:v>
                </c:pt>
                <c:pt idx="654">
                  <c:v>2023</c:v>
                </c:pt>
                <c:pt idx="655">
                  <c:v>2023</c:v>
                </c:pt>
                <c:pt idx="656">
                  <c:v>2023</c:v>
                </c:pt>
                <c:pt idx="657">
                  <c:v>2023</c:v>
                </c:pt>
                <c:pt idx="658">
                  <c:v>2023</c:v>
                </c:pt>
                <c:pt idx="659">
                  <c:v>2023</c:v>
                </c:pt>
                <c:pt idx="660">
                  <c:v>2023</c:v>
                </c:pt>
                <c:pt idx="661">
                  <c:v>2023</c:v>
                </c:pt>
                <c:pt idx="662">
                  <c:v>2023</c:v>
                </c:pt>
                <c:pt idx="663">
                  <c:v>2023</c:v>
                </c:pt>
                <c:pt idx="664">
                  <c:v>2023</c:v>
                </c:pt>
                <c:pt idx="665">
                  <c:v>2023</c:v>
                </c:pt>
                <c:pt idx="666">
                  <c:v>2023</c:v>
                </c:pt>
                <c:pt idx="667">
                  <c:v>2023</c:v>
                </c:pt>
                <c:pt idx="668">
                  <c:v>2023</c:v>
                </c:pt>
                <c:pt idx="669">
                  <c:v>2023</c:v>
                </c:pt>
                <c:pt idx="670">
                  <c:v>2023</c:v>
                </c:pt>
                <c:pt idx="671">
                  <c:v>2024</c:v>
                </c:pt>
                <c:pt idx="672">
                  <c:v>2024</c:v>
                </c:pt>
                <c:pt idx="673">
                  <c:v>2024</c:v>
                </c:pt>
                <c:pt idx="674">
                  <c:v>2024</c:v>
                </c:pt>
                <c:pt idx="675">
                  <c:v>2024</c:v>
                </c:pt>
                <c:pt idx="676">
                  <c:v>2024</c:v>
                </c:pt>
                <c:pt idx="677">
                  <c:v>2024</c:v>
                </c:pt>
                <c:pt idx="678">
                  <c:v>2024</c:v>
                </c:pt>
                <c:pt idx="679">
                  <c:v>2024</c:v>
                </c:pt>
                <c:pt idx="680">
                  <c:v>2024</c:v>
                </c:pt>
                <c:pt idx="681">
                  <c:v>2024</c:v>
                </c:pt>
                <c:pt idx="682">
                  <c:v>2024</c:v>
                </c:pt>
                <c:pt idx="683">
                  <c:v>2024</c:v>
                </c:pt>
                <c:pt idx="684">
                  <c:v>2024</c:v>
                </c:pt>
                <c:pt idx="685">
                  <c:v>2024</c:v>
                </c:pt>
                <c:pt idx="686">
                  <c:v>2024</c:v>
                </c:pt>
                <c:pt idx="687">
                  <c:v>2024</c:v>
                </c:pt>
                <c:pt idx="688">
                  <c:v>2024</c:v>
                </c:pt>
                <c:pt idx="689">
                  <c:v>2024</c:v>
                </c:pt>
                <c:pt idx="690">
                  <c:v>2024</c:v>
                </c:pt>
                <c:pt idx="691">
                  <c:v>2024</c:v>
                </c:pt>
                <c:pt idx="692">
                  <c:v>2024</c:v>
                </c:pt>
                <c:pt idx="693">
                  <c:v>2024</c:v>
                </c:pt>
                <c:pt idx="694">
                  <c:v>2024</c:v>
                </c:pt>
                <c:pt idx="695">
                  <c:v>2024</c:v>
                </c:pt>
                <c:pt idx="696">
                  <c:v>2024</c:v>
                </c:pt>
                <c:pt idx="697">
                  <c:v>2024</c:v>
                </c:pt>
                <c:pt idx="698">
                  <c:v>2024</c:v>
                </c:pt>
                <c:pt idx="699">
                  <c:v>2024</c:v>
                </c:pt>
                <c:pt idx="700">
                  <c:v>2024</c:v>
                </c:pt>
                <c:pt idx="701">
                  <c:v>2024</c:v>
                </c:pt>
                <c:pt idx="702">
                  <c:v>2024</c:v>
                </c:pt>
                <c:pt idx="703">
                  <c:v>2024</c:v>
                </c:pt>
                <c:pt idx="704">
                  <c:v>2024</c:v>
                </c:pt>
                <c:pt idx="705">
                  <c:v>2024</c:v>
                </c:pt>
                <c:pt idx="706">
                  <c:v>2024</c:v>
                </c:pt>
                <c:pt idx="707">
                  <c:v>2024</c:v>
                </c:pt>
                <c:pt idx="708">
                  <c:v>2024</c:v>
                </c:pt>
                <c:pt idx="709">
                  <c:v>2024</c:v>
                </c:pt>
                <c:pt idx="710">
                  <c:v>2024</c:v>
                </c:pt>
                <c:pt idx="711">
                  <c:v>2024</c:v>
                </c:pt>
                <c:pt idx="712">
                  <c:v>2024</c:v>
                </c:pt>
                <c:pt idx="713">
                  <c:v>2024</c:v>
                </c:pt>
                <c:pt idx="714">
                  <c:v>2024</c:v>
                </c:pt>
                <c:pt idx="715">
                  <c:v>2024</c:v>
                </c:pt>
                <c:pt idx="716">
                  <c:v>2024</c:v>
                </c:pt>
                <c:pt idx="717">
                  <c:v>2024</c:v>
                </c:pt>
                <c:pt idx="718">
                  <c:v>2024</c:v>
                </c:pt>
                <c:pt idx="719">
                  <c:v>2024</c:v>
                </c:pt>
                <c:pt idx="720">
                  <c:v>2024</c:v>
                </c:pt>
                <c:pt idx="721">
                  <c:v>2024</c:v>
                </c:pt>
                <c:pt idx="722">
                  <c:v>2024</c:v>
                </c:pt>
                <c:pt idx="723">
                  <c:v>2024</c:v>
                </c:pt>
                <c:pt idx="724">
                  <c:v>2025</c:v>
                </c:pt>
                <c:pt idx="725">
                  <c:v>2025</c:v>
                </c:pt>
                <c:pt idx="726">
                  <c:v>2025</c:v>
                </c:pt>
                <c:pt idx="727">
                  <c:v>2025</c:v>
                </c:pt>
                <c:pt idx="728">
                  <c:v>2025</c:v>
                </c:pt>
                <c:pt idx="729">
                  <c:v>2025</c:v>
                </c:pt>
                <c:pt idx="730">
                  <c:v>2025</c:v>
                </c:pt>
                <c:pt idx="731">
                  <c:v>2025</c:v>
                </c:pt>
                <c:pt idx="732">
                  <c:v>2025</c:v>
                </c:pt>
                <c:pt idx="733">
                  <c:v>2025</c:v>
                </c:pt>
                <c:pt idx="734">
                  <c:v>2025</c:v>
                </c:pt>
                <c:pt idx="735">
                  <c:v>2025</c:v>
                </c:pt>
                <c:pt idx="736">
                  <c:v>2025</c:v>
                </c:pt>
                <c:pt idx="737">
                  <c:v>2025</c:v>
                </c:pt>
                <c:pt idx="738">
                  <c:v>2025</c:v>
                </c:pt>
                <c:pt idx="739">
                  <c:v>2025</c:v>
                </c:pt>
                <c:pt idx="740">
                  <c:v>2025</c:v>
                </c:pt>
                <c:pt idx="741">
                  <c:v>2025</c:v>
                </c:pt>
                <c:pt idx="742">
                  <c:v>2025</c:v>
                </c:pt>
                <c:pt idx="743">
                  <c:v>2025</c:v>
                </c:pt>
                <c:pt idx="744">
                  <c:v>2025</c:v>
                </c:pt>
                <c:pt idx="745">
                  <c:v>2025</c:v>
                </c:pt>
                <c:pt idx="746">
                  <c:v>2025</c:v>
                </c:pt>
                <c:pt idx="747">
                  <c:v>2025</c:v>
                </c:pt>
                <c:pt idx="748">
                  <c:v>2025</c:v>
                </c:pt>
                <c:pt idx="749">
                  <c:v>2025</c:v>
                </c:pt>
                <c:pt idx="750">
                  <c:v>2025</c:v>
                </c:pt>
                <c:pt idx="751">
                  <c:v>2025</c:v>
                </c:pt>
                <c:pt idx="752">
                  <c:v>2025</c:v>
                </c:pt>
                <c:pt idx="753">
                  <c:v>2025</c:v>
                </c:pt>
                <c:pt idx="754">
                  <c:v>2025</c:v>
                </c:pt>
                <c:pt idx="755">
                  <c:v>2025</c:v>
                </c:pt>
                <c:pt idx="756">
                  <c:v>2025</c:v>
                </c:pt>
                <c:pt idx="757">
                  <c:v>2025</c:v>
                </c:pt>
                <c:pt idx="758">
                  <c:v>2025</c:v>
                </c:pt>
                <c:pt idx="759">
                  <c:v>2025</c:v>
                </c:pt>
                <c:pt idx="760">
                  <c:v>2025</c:v>
                </c:pt>
                <c:pt idx="761">
                  <c:v>2025</c:v>
                </c:pt>
                <c:pt idx="762">
                  <c:v>2025</c:v>
                </c:pt>
                <c:pt idx="763">
                  <c:v>2025</c:v>
                </c:pt>
                <c:pt idx="764">
                  <c:v>2025</c:v>
                </c:pt>
                <c:pt idx="765">
                  <c:v>2025</c:v>
                </c:pt>
                <c:pt idx="766">
                  <c:v>2025</c:v>
                </c:pt>
                <c:pt idx="767">
                  <c:v>2025</c:v>
                </c:pt>
                <c:pt idx="768">
                  <c:v>2025</c:v>
                </c:pt>
                <c:pt idx="769">
                  <c:v>2025</c:v>
                </c:pt>
                <c:pt idx="770">
                  <c:v>2025</c:v>
                </c:pt>
                <c:pt idx="771">
                  <c:v>2025</c:v>
                </c:pt>
                <c:pt idx="772">
                  <c:v>2025</c:v>
                </c:pt>
                <c:pt idx="773">
                  <c:v>2025</c:v>
                </c:pt>
                <c:pt idx="774">
                  <c:v>2025</c:v>
                </c:pt>
                <c:pt idx="775">
                  <c:v>2025</c:v>
                </c:pt>
                <c:pt idx="776">
                  <c:v>2026</c:v>
                </c:pt>
                <c:pt idx="777">
                  <c:v>2026</c:v>
                </c:pt>
                <c:pt idx="778">
                  <c:v>2026</c:v>
                </c:pt>
                <c:pt idx="779">
                  <c:v>2026</c:v>
                </c:pt>
                <c:pt idx="780">
                  <c:v>2026</c:v>
                </c:pt>
                <c:pt idx="781">
                  <c:v>2026</c:v>
                </c:pt>
                <c:pt idx="782">
                  <c:v>2026</c:v>
                </c:pt>
                <c:pt idx="783">
                  <c:v>2026</c:v>
                </c:pt>
                <c:pt idx="784">
                  <c:v>2026</c:v>
                </c:pt>
                <c:pt idx="785">
                  <c:v>2026</c:v>
                </c:pt>
                <c:pt idx="786">
                  <c:v>2026</c:v>
                </c:pt>
                <c:pt idx="787">
                  <c:v>2026</c:v>
                </c:pt>
                <c:pt idx="788">
                  <c:v>2026</c:v>
                </c:pt>
                <c:pt idx="789">
                  <c:v>2026</c:v>
                </c:pt>
                <c:pt idx="790">
                  <c:v>2026</c:v>
                </c:pt>
                <c:pt idx="791">
                  <c:v>2026</c:v>
                </c:pt>
                <c:pt idx="792">
                  <c:v>2026</c:v>
                </c:pt>
                <c:pt idx="793">
                  <c:v>2026</c:v>
                </c:pt>
                <c:pt idx="794">
                  <c:v>2026</c:v>
                </c:pt>
                <c:pt idx="795">
                  <c:v>2026</c:v>
                </c:pt>
                <c:pt idx="796">
                  <c:v>2026</c:v>
                </c:pt>
                <c:pt idx="797">
                  <c:v>2026</c:v>
                </c:pt>
                <c:pt idx="798">
                  <c:v>2026</c:v>
                </c:pt>
                <c:pt idx="799">
                  <c:v>2026</c:v>
                </c:pt>
                <c:pt idx="800">
                  <c:v>2026</c:v>
                </c:pt>
                <c:pt idx="801">
                  <c:v>2026</c:v>
                </c:pt>
                <c:pt idx="802">
                  <c:v>2026</c:v>
                </c:pt>
                <c:pt idx="803">
                  <c:v>2026</c:v>
                </c:pt>
                <c:pt idx="804">
                  <c:v>2026</c:v>
                </c:pt>
                <c:pt idx="805">
                  <c:v>2026</c:v>
                </c:pt>
                <c:pt idx="806">
                  <c:v>2026</c:v>
                </c:pt>
                <c:pt idx="807">
                  <c:v>2026</c:v>
                </c:pt>
                <c:pt idx="808">
                  <c:v>2026</c:v>
                </c:pt>
              </c:strCache>
            </c:strRef>
          </c:cat>
          <c:val>
            <c:numRef>
              <c:f>Sheet1!$C$2:$C$810</c:f>
              <c:numCache>
                <c:formatCode>General</c:formatCode>
                <c:ptCount val="809"/>
                <c:pt idx="0">
                  <c:v>0.13780000000000001</c:v>
                </c:pt>
                <c:pt idx="1">
                  <c:v>0.2054</c:v>
                </c:pt>
                <c:pt idx="2">
                  <c:v>0.1346</c:v>
                </c:pt>
                <c:pt idx="3">
                  <c:v>0.16950000000000001</c:v>
                </c:pt>
                <c:pt idx="4">
                  <c:v>0.16769999999999999</c:v>
                </c:pt>
                <c:pt idx="5">
                  <c:v>0.2671</c:v>
                </c:pt>
                <c:pt idx="6">
                  <c:v>0.1376</c:v>
                </c:pt>
                <c:pt idx="7">
                  <c:v>0.2107</c:v>
                </c:pt>
                <c:pt idx="8">
                  <c:v>0.19989999999999999</c:v>
                </c:pt>
                <c:pt idx="9">
                  <c:v>0.18779999999999999</c:v>
                </c:pt>
                <c:pt idx="10">
                  <c:v>0.17180000000000001</c:v>
                </c:pt>
                <c:pt idx="11">
                  <c:v>0.18149999999999999</c:v>
                </c:pt>
                <c:pt idx="12">
                  <c:v>0.25309999999999999</c:v>
                </c:pt>
                <c:pt idx="13">
                  <c:v>0.20760000000000001</c:v>
                </c:pt>
                <c:pt idx="14">
                  <c:v>0.1227</c:v>
                </c:pt>
                <c:pt idx="15">
                  <c:v>0.1207</c:v>
                </c:pt>
                <c:pt idx="16">
                  <c:v>0.15110000000000001</c:v>
                </c:pt>
                <c:pt idx="17">
                  <c:v>0.14990000000000001</c:v>
                </c:pt>
                <c:pt idx="18">
                  <c:v>0.13270000000000001</c:v>
                </c:pt>
                <c:pt idx="19">
                  <c:v>0.19120000000000001</c:v>
                </c:pt>
                <c:pt idx="20">
                  <c:v>0.19359999999999999</c:v>
                </c:pt>
                <c:pt idx="21">
                  <c:v>0.13300000000000001</c:v>
                </c:pt>
                <c:pt idx="22">
                  <c:v>0.1636</c:v>
                </c:pt>
                <c:pt idx="23">
                  <c:v>0.1699</c:v>
                </c:pt>
                <c:pt idx="24">
                  <c:v>0.18890000000000001</c:v>
                </c:pt>
                <c:pt idx="25">
                  <c:v>0.23730000000000001</c:v>
                </c:pt>
                <c:pt idx="26">
                  <c:v>0.25469999999999998</c:v>
                </c:pt>
                <c:pt idx="27">
                  <c:v>0.25509999999999999</c:v>
                </c:pt>
                <c:pt idx="28">
                  <c:v>0.26140000000000002</c:v>
                </c:pt>
                <c:pt idx="29">
                  <c:v>0.22320000000000001</c:v>
                </c:pt>
                <c:pt idx="30">
                  <c:v>0.1958</c:v>
                </c:pt>
                <c:pt idx="31">
                  <c:v>0.17680000000000001</c:v>
                </c:pt>
                <c:pt idx="32">
                  <c:v>0.1411</c:v>
                </c:pt>
                <c:pt idx="33">
                  <c:v>0.15709999999999999</c:v>
                </c:pt>
                <c:pt idx="34">
                  <c:v>0.1953</c:v>
                </c:pt>
                <c:pt idx="35">
                  <c:v>0.2079</c:v>
                </c:pt>
                <c:pt idx="36">
                  <c:v>0.2261</c:v>
                </c:pt>
                <c:pt idx="37">
                  <c:v>0.17169999999999999</c:v>
                </c:pt>
                <c:pt idx="38">
                  <c:v>0.23749999999999999</c:v>
                </c:pt>
                <c:pt idx="39">
                  <c:v>0.20630000000000001</c:v>
                </c:pt>
                <c:pt idx="40">
                  <c:v>0.18160000000000001</c:v>
                </c:pt>
                <c:pt idx="41">
                  <c:v>0.184</c:v>
                </c:pt>
                <c:pt idx="42">
                  <c:v>0.19259999999999999</c:v>
                </c:pt>
                <c:pt idx="43">
                  <c:v>0.151</c:v>
                </c:pt>
                <c:pt idx="44">
                  <c:v>0.18870000000000001</c:v>
                </c:pt>
                <c:pt idx="45">
                  <c:v>0.18709999999999999</c:v>
                </c:pt>
                <c:pt idx="46">
                  <c:v>0.1628</c:v>
                </c:pt>
                <c:pt idx="47">
                  <c:v>0.20530000000000001</c:v>
                </c:pt>
                <c:pt idx="48">
                  <c:v>0.216</c:v>
                </c:pt>
                <c:pt idx="49">
                  <c:v>0.26690000000000003</c:v>
                </c:pt>
                <c:pt idx="50">
                  <c:v>0.2056</c:v>
                </c:pt>
                <c:pt idx="51">
                  <c:v>0.17560000000000001</c:v>
                </c:pt>
                <c:pt idx="52">
                  <c:v>0.32779999999999998</c:v>
                </c:pt>
                <c:pt idx="53">
                  <c:v>0.20130000000000001</c:v>
                </c:pt>
                <c:pt idx="54">
                  <c:v>0.26269999999999999</c:v>
                </c:pt>
                <c:pt idx="55">
                  <c:v>0.21099999999999999</c:v>
                </c:pt>
                <c:pt idx="56">
                  <c:v>0.31669999999999998</c:v>
                </c:pt>
                <c:pt idx="57">
                  <c:v>0.1353</c:v>
                </c:pt>
                <c:pt idx="58">
                  <c:v>0.2059</c:v>
                </c:pt>
                <c:pt idx="59">
                  <c:v>0.1686</c:v>
                </c:pt>
                <c:pt idx="60">
                  <c:v>0.20369999999999999</c:v>
                </c:pt>
                <c:pt idx="61">
                  <c:v>0.24390000000000001</c:v>
                </c:pt>
                <c:pt idx="62">
                  <c:v>0.23780000000000001</c:v>
                </c:pt>
                <c:pt idx="63">
                  <c:v>0.1928</c:v>
                </c:pt>
                <c:pt idx="64">
                  <c:v>0.17560000000000001</c:v>
                </c:pt>
                <c:pt idx="65">
                  <c:v>0.17879999999999999</c:v>
                </c:pt>
                <c:pt idx="66">
                  <c:v>0.2157</c:v>
                </c:pt>
                <c:pt idx="67">
                  <c:v>0.1298</c:v>
                </c:pt>
                <c:pt idx="68">
                  <c:v>0.16750000000000001</c:v>
                </c:pt>
                <c:pt idx="69">
                  <c:v>0.20630000000000001</c:v>
                </c:pt>
                <c:pt idx="70">
                  <c:v>0.16950000000000001</c:v>
                </c:pt>
                <c:pt idx="71">
                  <c:v>0.2112</c:v>
                </c:pt>
                <c:pt idx="72">
                  <c:v>0.22650000000000001</c:v>
                </c:pt>
                <c:pt idx="73">
                  <c:v>0.1817</c:v>
                </c:pt>
                <c:pt idx="74">
                  <c:v>0.23730000000000001</c:v>
                </c:pt>
                <c:pt idx="75">
                  <c:v>0.31990000000000002</c:v>
                </c:pt>
                <c:pt idx="76">
                  <c:v>0.17760000000000001</c:v>
                </c:pt>
                <c:pt idx="77">
                  <c:v>0.2626</c:v>
                </c:pt>
                <c:pt idx="78">
                  <c:v>0.23880000000000001</c:v>
                </c:pt>
                <c:pt idx="79">
                  <c:v>0.26279999999999998</c:v>
                </c:pt>
                <c:pt idx="80">
                  <c:v>0.29389999999999999</c:v>
                </c:pt>
                <c:pt idx="81">
                  <c:v>0.15709999999999999</c:v>
                </c:pt>
                <c:pt idx="82">
                  <c:v>0.17399999999999999</c:v>
                </c:pt>
                <c:pt idx="83">
                  <c:v>0.1474</c:v>
                </c:pt>
                <c:pt idx="84">
                  <c:v>0.1376</c:v>
                </c:pt>
                <c:pt idx="85">
                  <c:v>0.23910000000000001</c:v>
                </c:pt>
                <c:pt idx="86">
                  <c:v>0.1986</c:v>
                </c:pt>
                <c:pt idx="87">
                  <c:v>0.21160000000000001</c:v>
                </c:pt>
                <c:pt idx="88">
                  <c:v>0.19750000000000001</c:v>
                </c:pt>
                <c:pt idx="89">
                  <c:v>0.21990000000000001</c:v>
                </c:pt>
                <c:pt idx="90">
                  <c:v>0.1777</c:v>
                </c:pt>
                <c:pt idx="91">
                  <c:v>0.1615</c:v>
                </c:pt>
                <c:pt idx="92">
                  <c:v>0.1578</c:v>
                </c:pt>
                <c:pt idx="93">
                  <c:v>0.1186</c:v>
                </c:pt>
                <c:pt idx="94">
                  <c:v>0.10730000000000001</c:v>
                </c:pt>
                <c:pt idx="95">
                  <c:v>0.1565</c:v>
                </c:pt>
                <c:pt idx="96">
                  <c:v>8.3900000000000002E-2</c:v>
                </c:pt>
                <c:pt idx="97">
                  <c:v>0.16009999999999999</c:v>
                </c:pt>
                <c:pt idx="98">
                  <c:v>0.15709999999999999</c:v>
                </c:pt>
                <c:pt idx="99">
                  <c:v>0.21010000000000001</c:v>
                </c:pt>
                <c:pt idx="100">
                  <c:v>0.17319999999999999</c:v>
                </c:pt>
                <c:pt idx="101">
                  <c:v>0.182</c:v>
                </c:pt>
                <c:pt idx="102">
                  <c:v>0.1741</c:v>
                </c:pt>
                <c:pt idx="103">
                  <c:v>0.22700000000000001</c:v>
                </c:pt>
                <c:pt idx="104">
                  <c:v>0.22700000000000001</c:v>
                </c:pt>
                <c:pt idx="105">
                  <c:v>0.15690000000000001</c:v>
                </c:pt>
                <c:pt idx="106">
                  <c:v>0.21529999999999999</c:v>
                </c:pt>
                <c:pt idx="107">
                  <c:v>0.2049</c:v>
                </c:pt>
                <c:pt idx="108">
                  <c:v>0.16739999999999999</c:v>
                </c:pt>
                <c:pt idx="109">
                  <c:v>0.2666</c:v>
                </c:pt>
                <c:pt idx="110">
                  <c:v>0.251</c:v>
                </c:pt>
                <c:pt idx="111">
                  <c:v>0.19209999999999999</c:v>
                </c:pt>
                <c:pt idx="112">
                  <c:v>0.19309999999999999</c:v>
                </c:pt>
                <c:pt idx="113">
                  <c:v>0.14560000000000001</c:v>
                </c:pt>
                <c:pt idx="114">
                  <c:v>0.1348</c:v>
                </c:pt>
                <c:pt idx="115">
                  <c:v>0.1993</c:v>
                </c:pt>
                <c:pt idx="116">
                  <c:v>0.15110000000000001</c:v>
                </c:pt>
                <c:pt idx="117">
                  <c:v>0.23980000000000001</c:v>
                </c:pt>
                <c:pt idx="118">
                  <c:v>0.1545</c:v>
                </c:pt>
                <c:pt idx="119">
                  <c:v>0.21709999999999999</c:v>
                </c:pt>
                <c:pt idx="120">
                  <c:v>0.35499999999999998</c:v>
                </c:pt>
                <c:pt idx="121">
                  <c:v>0.1895</c:v>
                </c:pt>
                <c:pt idx="122">
                  <c:v>0.1585</c:v>
                </c:pt>
                <c:pt idx="123">
                  <c:v>0.20860000000000001</c:v>
                </c:pt>
                <c:pt idx="124">
                  <c:v>0.19889999999999999</c:v>
                </c:pt>
                <c:pt idx="125">
                  <c:v>0.2233</c:v>
                </c:pt>
                <c:pt idx="126">
                  <c:v>0.26910000000000001</c:v>
                </c:pt>
                <c:pt idx="127">
                  <c:v>0.20630000000000001</c:v>
                </c:pt>
                <c:pt idx="128">
                  <c:v>0.27750000000000002</c:v>
                </c:pt>
                <c:pt idx="129">
                  <c:v>0.26219999999999999</c:v>
                </c:pt>
                <c:pt idx="130">
                  <c:v>0.27279999999999999</c:v>
                </c:pt>
                <c:pt idx="131">
                  <c:v>0.16</c:v>
                </c:pt>
                <c:pt idx="132">
                  <c:v>0.2036</c:v>
                </c:pt>
                <c:pt idx="133">
                  <c:v>0.1883</c:v>
                </c:pt>
                <c:pt idx="134">
                  <c:v>0.15290000000000001</c:v>
                </c:pt>
                <c:pt idx="135">
                  <c:v>0.16569999999999999</c:v>
                </c:pt>
                <c:pt idx="136">
                  <c:v>0.23980000000000001</c:v>
                </c:pt>
                <c:pt idx="137">
                  <c:v>0.26169999999999999</c:v>
                </c:pt>
                <c:pt idx="138">
                  <c:v>0.39169999999999999</c:v>
                </c:pt>
                <c:pt idx="139">
                  <c:v>0.3856</c:v>
                </c:pt>
                <c:pt idx="140">
                  <c:v>0.311</c:v>
                </c:pt>
                <c:pt idx="141">
                  <c:v>0.30730000000000002</c:v>
                </c:pt>
                <c:pt idx="142">
                  <c:v>0.307</c:v>
                </c:pt>
                <c:pt idx="143">
                  <c:v>0.2878</c:v>
                </c:pt>
                <c:pt idx="144">
                  <c:v>0.2064</c:v>
                </c:pt>
                <c:pt idx="145">
                  <c:v>0.23039999999999999</c:v>
                </c:pt>
                <c:pt idx="146">
                  <c:v>0.22620000000000001</c:v>
                </c:pt>
                <c:pt idx="147">
                  <c:v>0.15060000000000001</c:v>
                </c:pt>
                <c:pt idx="148">
                  <c:v>0.1913</c:v>
                </c:pt>
                <c:pt idx="149">
                  <c:v>0.21290000000000001</c:v>
                </c:pt>
                <c:pt idx="150">
                  <c:v>0.21929999999999999</c:v>
                </c:pt>
                <c:pt idx="151">
                  <c:v>0.16600000000000001</c:v>
                </c:pt>
                <c:pt idx="152">
                  <c:v>0.1769</c:v>
                </c:pt>
                <c:pt idx="153">
                  <c:v>0.2104</c:v>
                </c:pt>
                <c:pt idx="154">
                  <c:v>0.22059999999999999</c:v>
                </c:pt>
                <c:pt idx="155">
                  <c:v>0.12690000000000001</c:v>
                </c:pt>
                <c:pt idx="156">
                  <c:v>0.20080000000000001</c:v>
                </c:pt>
                <c:pt idx="157">
                  <c:v>0.2306</c:v>
                </c:pt>
                <c:pt idx="158">
                  <c:v>0.25040000000000001</c:v>
                </c:pt>
                <c:pt idx="159">
                  <c:v>0.14530000000000001</c:v>
                </c:pt>
                <c:pt idx="160">
                  <c:v>0.26540000000000002</c:v>
                </c:pt>
                <c:pt idx="161">
                  <c:v>0.2273</c:v>
                </c:pt>
                <c:pt idx="162">
                  <c:v>0.20699999999999999</c:v>
                </c:pt>
                <c:pt idx="163">
                  <c:v>0.1739</c:v>
                </c:pt>
                <c:pt idx="164">
                  <c:v>0.20830000000000001</c:v>
                </c:pt>
                <c:pt idx="165">
                  <c:v>0.19350000000000001</c:v>
                </c:pt>
                <c:pt idx="166">
                  <c:v>0.20630000000000001</c:v>
                </c:pt>
                <c:pt idx="167">
                  <c:v>0.1583</c:v>
                </c:pt>
                <c:pt idx="168">
                  <c:v>0.1668</c:v>
                </c:pt>
                <c:pt idx="169">
                  <c:v>0.187</c:v>
                </c:pt>
                <c:pt idx="170">
                  <c:v>0.17510000000000001</c:v>
                </c:pt>
                <c:pt idx="171">
                  <c:v>0.1583</c:v>
                </c:pt>
                <c:pt idx="172">
                  <c:v>0.18740000000000001</c:v>
                </c:pt>
                <c:pt idx="173">
                  <c:v>0.1686</c:v>
                </c:pt>
                <c:pt idx="174">
                  <c:v>0.18410000000000001</c:v>
                </c:pt>
                <c:pt idx="175">
                  <c:v>0.1784</c:v>
                </c:pt>
                <c:pt idx="176">
                  <c:v>0.21010000000000001</c:v>
                </c:pt>
                <c:pt idx="177">
                  <c:v>0.23280000000000001</c:v>
                </c:pt>
                <c:pt idx="178">
                  <c:v>0.16450000000000001</c:v>
                </c:pt>
                <c:pt idx="179">
                  <c:v>0.23400000000000001</c:v>
                </c:pt>
                <c:pt idx="180">
                  <c:v>0.27289999999999998</c:v>
                </c:pt>
                <c:pt idx="181">
                  <c:v>0.27360000000000001</c:v>
                </c:pt>
                <c:pt idx="182">
                  <c:v>0.21870000000000001</c:v>
                </c:pt>
                <c:pt idx="183">
                  <c:v>0.1484</c:v>
                </c:pt>
                <c:pt idx="184">
                  <c:v>0.13769999999999999</c:v>
                </c:pt>
                <c:pt idx="185">
                  <c:v>0.1348</c:v>
                </c:pt>
                <c:pt idx="186">
                  <c:v>0.1313</c:v>
                </c:pt>
                <c:pt idx="187">
                  <c:v>0.1545</c:v>
                </c:pt>
                <c:pt idx="188">
                  <c:v>0.1946</c:v>
                </c:pt>
                <c:pt idx="189">
                  <c:v>0.16059999999999999</c:v>
                </c:pt>
                <c:pt idx="190">
                  <c:v>0.15620000000000001</c:v>
                </c:pt>
                <c:pt idx="191">
                  <c:v>0.16020000000000001</c:v>
                </c:pt>
                <c:pt idx="192">
                  <c:v>0.1434</c:v>
                </c:pt>
                <c:pt idx="193">
                  <c:v>0.16769999999999999</c:v>
                </c:pt>
                <c:pt idx="194">
                  <c:v>0.16309999999999999</c:v>
                </c:pt>
                <c:pt idx="195">
                  <c:v>0.13439999999999999</c:v>
                </c:pt>
                <c:pt idx="196">
                  <c:v>0.151</c:v>
                </c:pt>
                <c:pt idx="197">
                  <c:v>0.30059999999999998</c:v>
                </c:pt>
                <c:pt idx="198">
                  <c:v>0.16259999999999999</c:v>
                </c:pt>
                <c:pt idx="199">
                  <c:v>0.1961</c:v>
                </c:pt>
                <c:pt idx="200">
                  <c:v>0.21429999999999999</c:v>
                </c:pt>
                <c:pt idx="201">
                  <c:v>0.18090000000000001</c:v>
                </c:pt>
                <c:pt idx="202">
                  <c:v>0.1134</c:v>
                </c:pt>
                <c:pt idx="203">
                  <c:v>0.12429999999999999</c:v>
                </c:pt>
                <c:pt idx="204">
                  <c:v>0.1595</c:v>
                </c:pt>
                <c:pt idx="205">
                  <c:v>0.1923</c:v>
                </c:pt>
                <c:pt idx="206">
                  <c:v>0.1804</c:v>
                </c:pt>
                <c:pt idx="207">
                  <c:v>0.1741</c:v>
                </c:pt>
                <c:pt idx="208">
                  <c:v>0.1409</c:v>
                </c:pt>
                <c:pt idx="209">
                  <c:v>0.17580000000000001</c:v>
                </c:pt>
                <c:pt idx="210">
                  <c:v>0.2344</c:v>
                </c:pt>
                <c:pt idx="211">
                  <c:v>0.1804</c:v>
                </c:pt>
                <c:pt idx="212">
                  <c:v>0.14499999999999999</c:v>
                </c:pt>
                <c:pt idx="213">
                  <c:v>0.16389999999999999</c:v>
                </c:pt>
                <c:pt idx="214">
                  <c:v>0.1721</c:v>
                </c:pt>
                <c:pt idx="215">
                  <c:v>0.13420000000000001</c:v>
                </c:pt>
                <c:pt idx="216">
                  <c:v>0.1182</c:v>
                </c:pt>
                <c:pt idx="217">
                  <c:v>0.18920000000000001</c:v>
                </c:pt>
                <c:pt idx="218">
                  <c:v>0.1396</c:v>
                </c:pt>
                <c:pt idx="219">
                  <c:v>0.1235</c:v>
                </c:pt>
                <c:pt idx="220">
                  <c:v>8.8200000000000001E-2</c:v>
                </c:pt>
                <c:pt idx="221">
                  <c:v>0.14380000000000001</c:v>
                </c:pt>
                <c:pt idx="222">
                  <c:v>0.151</c:v>
                </c:pt>
                <c:pt idx="223">
                  <c:v>0.1641</c:v>
                </c:pt>
                <c:pt idx="224">
                  <c:v>0.1648</c:v>
                </c:pt>
                <c:pt idx="225">
                  <c:v>0.14960000000000001</c:v>
                </c:pt>
                <c:pt idx="226">
                  <c:v>0.158</c:v>
                </c:pt>
                <c:pt idx="227">
                  <c:v>0.1958</c:v>
                </c:pt>
                <c:pt idx="228">
                  <c:v>0.13250000000000001</c:v>
                </c:pt>
                <c:pt idx="229">
                  <c:v>0.1447</c:v>
                </c:pt>
                <c:pt idx="230">
                  <c:v>0.21229999999999999</c:v>
                </c:pt>
                <c:pt idx="231">
                  <c:v>0.21479999999999999</c:v>
                </c:pt>
                <c:pt idx="232">
                  <c:v>0.22470000000000001</c:v>
                </c:pt>
                <c:pt idx="233">
                  <c:v>0.20830000000000001</c:v>
                </c:pt>
                <c:pt idx="234">
                  <c:v>0.13930000000000001</c:v>
                </c:pt>
                <c:pt idx="235">
                  <c:v>0.1411</c:v>
                </c:pt>
                <c:pt idx="236">
                  <c:v>0.11269999999999999</c:v>
                </c:pt>
                <c:pt idx="237">
                  <c:v>0.1477</c:v>
                </c:pt>
                <c:pt idx="238">
                  <c:v>0.29220000000000002</c:v>
                </c:pt>
                <c:pt idx="239">
                  <c:v>0.20130000000000001</c:v>
                </c:pt>
                <c:pt idx="240">
                  <c:v>0.12609999999999999</c:v>
                </c:pt>
                <c:pt idx="241">
                  <c:v>0.19020000000000001</c:v>
                </c:pt>
                <c:pt idx="242">
                  <c:v>0.14119999999999999</c:v>
                </c:pt>
                <c:pt idx="243">
                  <c:v>0.115</c:v>
                </c:pt>
                <c:pt idx="244">
                  <c:v>0.2414</c:v>
                </c:pt>
                <c:pt idx="245">
                  <c:v>0.21659999999999999</c:v>
                </c:pt>
                <c:pt idx="246">
                  <c:v>0.222</c:v>
                </c:pt>
                <c:pt idx="247">
                  <c:v>0.1371</c:v>
                </c:pt>
                <c:pt idx="248">
                  <c:v>0.23119999999999999</c:v>
                </c:pt>
                <c:pt idx="249">
                  <c:v>8.9300000000000004E-2</c:v>
                </c:pt>
                <c:pt idx="250">
                  <c:v>0.20910000000000001</c:v>
                </c:pt>
                <c:pt idx="251">
                  <c:v>0.17469999999999999</c:v>
                </c:pt>
                <c:pt idx="252">
                  <c:v>0.23219999999999999</c:v>
                </c:pt>
                <c:pt idx="253">
                  <c:v>0.14369999999999999</c:v>
                </c:pt>
                <c:pt idx="254">
                  <c:v>0.11559999999999999</c:v>
                </c:pt>
                <c:pt idx="255">
                  <c:v>0.26450000000000001</c:v>
                </c:pt>
                <c:pt idx="256">
                  <c:v>0.2477</c:v>
                </c:pt>
                <c:pt idx="257">
                  <c:v>0.15490000000000001</c:v>
                </c:pt>
                <c:pt idx="258">
                  <c:v>0.13350000000000001</c:v>
                </c:pt>
                <c:pt idx="259">
                  <c:v>0.15329999999999999</c:v>
                </c:pt>
                <c:pt idx="260">
                  <c:v>0.19639999999999999</c:v>
                </c:pt>
                <c:pt idx="261">
                  <c:v>0.12479999999999999</c:v>
                </c:pt>
                <c:pt idx="262">
                  <c:v>0.18890000000000001</c:v>
                </c:pt>
                <c:pt idx="263">
                  <c:v>0.1212</c:v>
                </c:pt>
                <c:pt idx="264">
                  <c:v>0.15509999999999999</c:v>
                </c:pt>
                <c:pt idx="265">
                  <c:v>0.1759</c:v>
                </c:pt>
                <c:pt idx="266">
                  <c:v>0.16689999999999999</c:v>
                </c:pt>
                <c:pt idx="267">
                  <c:v>0.1055</c:v>
                </c:pt>
                <c:pt idx="268">
                  <c:v>0.13489999999999999</c:v>
                </c:pt>
                <c:pt idx="269">
                  <c:v>0.14299999999999999</c:v>
                </c:pt>
                <c:pt idx="270">
                  <c:v>0.1618</c:v>
                </c:pt>
                <c:pt idx="271">
                  <c:v>0.15809999999999999</c:v>
                </c:pt>
                <c:pt idx="272">
                  <c:v>8.1299999999999997E-2</c:v>
                </c:pt>
                <c:pt idx="273">
                  <c:v>0.1336</c:v>
                </c:pt>
                <c:pt idx="274">
                  <c:v>0.1547</c:v>
                </c:pt>
                <c:pt idx="275">
                  <c:v>0.18390000000000001</c:v>
                </c:pt>
                <c:pt idx="276">
                  <c:v>0.13189999999999999</c:v>
                </c:pt>
                <c:pt idx="277">
                  <c:v>0.14530000000000001</c:v>
                </c:pt>
                <c:pt idx="278">
                  <c:v>0.1542</c:v>
                </c:pt>
                <c:pt idx="279">
                  <c:v>0.20830000000000001</c:v>
                </c:pt>
                <c:pt idx="280">
                  <c:v>0.18820000000000001</c:v>
                </c:pt>
                <c:pt idx="281">
                  <c:v>0.2031</c:v>
                </c:pt>
                <c:pt idx="282">
                  <c:v>0.19109999999999999</c:v>
                </c:pt>
                <c:pt idx="283">
                  <c:v>0.1062</c:v>
                </c:pt>
                <c:pt idx="284">
                  <c:v>0.1095</c:v>
                </c:pt>
                <c:pt idx="285">
                  <c:v>0.1123</c:v>
                </c:pt>
                <c:pt idx="286">
                  <c:v>0.16489999999999999</c:v>
                </c:pt>
                <c:pt idx="287">
                  <c:v>0.1084</c:v>
                </c:pt>
                <c:pt idx="288">
                  <c:v>0.1162</c:v>
                </c:pt>
                <c:pt idx="289">
                  <c:v>0.1971</c:v>
                </c:pt>
                <c:pt idx="290">
                  <c:v>0.17380000000000001</c:v>
                </c:pt>
                <c:pt idx="291">
                  <c:v>0.1772</c:v>
                </c:pt>
                <c:pt idx="292">
                  <c:v>0.1928</c:v>
                </c:pt>
                <c:pt idx="293">
                  <c:v>0.1353</c:v>
                </c:pt>
                <c:pt idx="294">
                  <c:v>0.1303</c:v>
                </c:pt>
                <c:pt idx="295">
                  <c:v>0.12970000000000001</c:v>
                </c:pt>
                <c:pt idx="296">
                  <c:v>0.18579999999999999</c:v>
                </c:pt>
                <c:pt idx="297">
                  <c:v>0.13220000000000001</c:v>
                </c:pt>
                <c:pt idx="298">
                  <c:v>9.9900000000000003E-2</c:v>
                </c:pt>
                <c:pt idx="299">
                  <c:v>0.114</c:v>
                </c:pt>
                <c:pt idx="300">
                  <c:v>0.11749999999999999</c:v>
                </c:pt>
                <c:pt idx="301">
                  <c:v>0.12570000000000001</c:v>
                </c:pt>
                <c:pt idx="302">
                  <c:v>0.108</c:v>
                </c:pt>
                <c:pt idx="303">
                  <c:v>0.13139999999999999</c:v>
                </c:pt>
                <c:pt idx="304">
                  <c:v>0.20449999999999999</c:v>
                </c:pt>
                <c:pt idx="305">
                  <c:v>0.159</c:v>
                </c:pt>
                <c:pt idx="306">
                  <c:v>0.184</c:v>
                </c:pt>
                <c:pt idx="307">
                  <c:v>0.1847</c:v>
                </c:pt>
                <c:pt idx="308">
                  <c:v>0.1176</c:v>
                </c:pt>
                <c:pt idx="309">
                  <c:v>0.1852</c:v>
                </c:pt>
                <c:pt idx="310">
                  <c:v>0.1905</c:v>
                </c:pt>
                <c:pt idx="311">
                  <c:v>0.156</c:v>
                </c:pt>
                <c:pt idx="312">
                  <c:v>0.1547</c:v>
                </c:pt>
                <c:pt idx="313">
                  <c:v>0.1053</c:v>
                </c:pt>
                <c:pt idx="314">
                  <c:v>0.13250000000000001</c:v>
                </c:pt>
                <c:pt idx="315">
                  <c:v>0.14610000000000001</c:v>
                </c:pt>
                <c:pt idx="316">
                  <c:v>0.1368</c:v>
                </c:pt>
                <c:pt idx="317">
                  <c:v>0.1507</c:v>
                </c:pt>
                <c:pt idx="318">
                  <c:v>0.14000000000000001</c:v>
                </c:pt>
                <c:pt idx="319">
                  <c:v>0.1782</c:v>
                </c:pt>
                <c:pt idx="320">
                  <c:v>8.5500000000000007E-2</c:v>
                </c:pt>
                <c:pt idx="321">
                  <c:v>8.7800000000000003E-2</c:v>
                </c:pt>
                <c:pt idx="322">
                  <c:v>0.12620000000000001</c:v>
                </c:pt>
                <c:pt idx="323">
                  <c:v>0.16550000000000001</c:v>
                </c:pt>
                <c:pt idx="324">
                  <c:v>0.127</c:v>
                </c:pt>
                <c:pt idx="325">
                  <c:v>0.10929999999999999</c:v>
                </c:pt>
                <c:pt idx="326">
                  <c:v>0.15310000000000001</c:v>
                </c:pt>
                <c:pt idx="327">
                  <c:v>0.1046</c:v>
                </c:pt>
                <c:pt idx="328">
                  <c:v>0.13150000000000001</c:v>
                </c:pt>
                <c:pt idx="329">
                  <c:v>0.13059999999999999</c:v>
                </c:pt>
                <c:pt idx="330">
                  <c:v>0.11559999999999999</c:v>
                </c:pt>
                <c:pt idx="331">
                  <c:v>0.1789</c:v>
                </c:pt>
                <c:pt idx="332">
                  <c:v>0.1087</c:v>
                </c:pt>
                <c:pt idx="333">
                  <c:v>0.13780000000000001</c:v>
                </c:pt>
                <c:pt idx="334">
                  <c:v>0.13139999999999999</c:v>
                </c:pt>
                <c:pt idx="335">
                  <c:v>0.17169999999999999</c:v>
                </c:pt>
                <c:pt idx="336">
                  <c:v>0.1195</c:v>
                </c:pt>
                <c:pt idx="337">
                  <c:v>0.18590000000000001</c:v>
                </c:pt>
                <c:pt idx="338">
                  <c:v>0.17219999999999999</c:v>
                </c:pt>
                <c:pt idx="339">
                  <c:v>0.1</c:v>
                </c:pt>
                <c:pt idx="340">
                  <c:v>9.1800000000000007E-2</c:v>
                </c:pt>
                <c:pt idx="341">
                  <c:v>0.1399</c:v>
                </c:pt>
                <c:pt idx="342">
                  <c:v>0.12529999999999999</c:v>
                </c:pt>
                <c:pt idx="343">
                  <c:v>0.1095</c:v>
                </c:pt>
                <c:pt idx="344">
                  <c:v>0.10390000000000001</c:v>
                </c:pt>
                <c:pt idx="345">
                  <c:v>0.1242</c:v>
                </c:pt>
                <c:pt idx="346">
                  <c:v>0.1278</c:v>
                </c:pt>
                <c:pt idx="347">
                  <c:v>0.1182</c:v>
                </c:pt>
                <c:pt idx="348">
                  <c:v>0.1401</c:v>
                </c:pt>
                <c:pt idx="349">
                  <c:v>0.14299999999999999</c:v>
                </c:pt>
                <c:pt idx="350">
                  <c:v>0.1028</c:v>
                </c:pt>
                <c:pt idx="351">
                  <c:v>0.1348</c:v>
                </c:pt>
                <c:pt idx="352">
                  <c:v>9.6000000000000002E-2</c:v>
                </c:pt>
                <c:pt idx="353">
                  <c:v>0.15140000000000001</c:v>
                </c:pt>
                <c:pt idx="354">
                  <c:v>0.12609999999999999</c:v>
                </c:pt>
                <c:pt idx="355">
                  <c:v>0.12130000000000001</c:v>
                </c:pt>
                <c:pt idx="356">
                  <c:v>0.14599999999999999</c:v>
                </c:pt>
                <c:pt idx="357">
                  <c:v>9.9099999999999994E-2</c:v>
                </c:pt>
                <c:pt idx="358">
                  <c:v>0.13489999999999999</c:v>
                </c:pt>
                <c:pt idx="359">
                  <c:v>0.1411</c:v>
                </c:pt>
                <c:pt idx="360">
                  <c:v>0.33289999999999997</c:v>
                </c:pt>
                <c:pt idx="361">
                  <c:v>0.20849999999999999</c:v>
                </c:pt>
                <c:pt idx="362">
                  <c:v>0.14649999999999999</c:v>
                </c:pt>
                <c:pt idx="363">
                  <c:v>0.1772</c:v>
                </c:pt>
                <c:pt idx="364">
                  <c:v>0.13569999999999999</c:v>
                </c:pt>
                <c:pt idx="365">
                  <c:v>8.8499999999999995E-2</c:v>
                </c:pt>
                <c:pt idx="366">
                  <c:v>0.1343</c:v>
                </c:pt>
                <c:pt idx="367">
                  <c:v>0.13880000000000001</c:v>
                </c:pt>
                <c:pt idx="368">
                  <c:v>0.16619999999999999</c:v>
                </c:pt>
                <c:pt idx="369">
                  <c:v>0.17760000000000001</c:v>
                </c:pt>
                <c:pt idx="370">
                  <c:v>0.1042</c:v>
                </c:pt>
                <c:pt idx="371">
                  <c:v>0.1275</c:v>
                </c:pt>
                <c:pt idx="372">
                  <c:v>0.182</c:v>
                </c:pt>
                <c:pt idx="373">
                  <c:v>0.15140000000000001</c:v>
                </c:pt>
                <c:pt idx="374">
                  <c:v>0.1241</c:v>
                </c:pt>
                <c:pt idx="375">
                  <c:v>9.1399999999999995E-2</c:v>
                </c:pt>
                <c:pt idx="376">
                  <c:v>0.16220000000000001</c:v>
                </c:pt>
                <c:pt idx="377">
                  <c:v>0.12520000000000001</c:v>
                </c:pt>
                <c:pt idx="378">
                  <c:v>0.1363</c:v>
                </c:pt>
                <c:pt idx="379">
                  <c:v>0.1055</c:v>
                </c:pt>
                <c:pt idx="380">
                  <c:v>0.1794</c:v>
                </c:pt>
                <c:pt idx="381">
                  <c:v>0.1268</c:v>
                </c:pt>
                <c:pt idx="382">
                  <c:v>0.1852</c:v>
                </c:pt>
                <c:pt idx="383">
                  <c:v>0.15920000000000001</c:v>
                </c:pt>
                <c:pt idx="384">
                  <c:v>0.11269999999999999</c:v>
                </c:pt>
                <c:pt idx="385">
                  <c:v>0.16089999999999999</c:v>
                </c:pt>
                <c:pt idx="386">
                  <c:v>0.216</c:v>
                </c:pt>
                <c:pt idx="387">
                  <c:v>0.16550000000000001</c:v>
                </c:pt>
                <c:pt idx="388">
                  <c:v>0.12559999999999999</c:v>
                </c:pt>
                <c:pt idx="389">
                  <c:v>0.1235</c:v>
                </c:pt>
                <c:pt idx="390">
                  <c:v>0.1193</c:v>
                </c:pt>
                <c:pt idx="391">
                  <c:v>0.12</c:v>
                </c:pt>
                <c:pt idx="392">
                  <c:v>0.1091</c:v>
                </c:pt>
                <c:pt idx="393">
                  <c:v>0.123</c:v>
                </c:pt>
                <c:pt idx="394">
                  <c:v>0.1086</c:v>
                </c:pt>
                <c:pt idx="395">
                  <c:v>9.8699999999999996E-2</c:v>
                </c:pt>
                <c:pt idx="396">
                  <c:v>0.14449999999999999</c:v>
                </c:pt>
                <c:pt idx="397">
                  <c:v>0.1353</c:v>
                </c:pt>
                <c:pt idx="398">
                  <c:v>0.12889999999999999</c:v>
                </c:pt>
                <c:pt idx="399">
                  <c:v>0.1275</c:v>
                </c:pt>
                <c:pt idx="400">
                  <c:v>0.18820000000000001</c:v>
                </c:pt>
                <c:pt idx="401">
                  <c:v>0.12139999999999999</c:v>
                </c:pt>
                <c:pt idx="402">
                  <c:v>9.2700000000000005E-2</c:v>
                </c:pt>
                <c:pt idx="403">
                  <c:v>0.11749999999999999</c:v>
                </c:pt>
                <c:pt idx="404">
                  <c:v>0.14019999999999999</c:v>
                </c:pt>
                <c:pt idx="405">
                  <c:v>0.12959999999999999</c:v>
                </c:pt>
                <c:pt idx="406">
                  <c:v>0.1142</c:v>
                </c:pt>
                <c:pt idx="407">
                  <c:v>0.16300000000000001</c:v>
                </c:pt>
                <c:pt idx="408">
                  <c:v>0.23369999999999999</c:v>
                </c:pt>
                <c:pt idx="409">
                  <c:v>0.20069999999999999</c:v>
                </c:pt>
                <c:pt idx="410">
                  <c:v>0.2109</c:v>
                </c:pt>
                <c:pt idx="411">
                  <c:v>0.27710000000000001</c:v>
                </c:pt>
                <c:pt idx="412">
                  <c:v>0.27229999999999999</c:v>
                </c:pt>
                <c:pt idx="413">
                  <c:v>0.26860000000000001</c:v>
                </c:pt>
                <c:pt idx="414">
                  <c:v>0.216</c:v>
                </c:pt>
                <c:pt idx="415">
                  <c:v>0.17549999999999999</c:v>
                </c:pt>
                <c:pt idx="416">
                  <c:v>0.24590000000000001</c:v>
                </c:pt>
                <c:pt idx="417">
                  <c:v>0.17249999999999999</c:v>
                </c:pt>
                <c:pt idx="418">
                  <c:v>0.255</c:v>
                </c:pt>
                <c:pt idx="419">
                  <c:v>0.27639999999999998</c:v>
                </c:pt>
                <c:pt idx="420">
                  <c:v>0.1973</c:v>
                </c:pt>
                <c:pt idx="421">
                  <c:v>0.1711</c:v>
                </c:pt>
                <c:pt idx="422">
                  <c:v>0.2326</c:v>
                </c:pt>
                <c:pt idx="423">
                  <c:v>0.24529999999999999</c:v>
                </c:pt>
                <c:pt idx="424">
                  <c:v>0.24990000000000001</c:v>
                </c:pt>
                <c:pt idx="425">
                  <c:v>0.18970000000000001</c:v>
                </c:pt>
                <c:pt idx="426">
                  <c:v>0.16189999999999999</c:v>
                </c:pt>
                <c:pt idx="427">
                  <c:v>0.23849999999999999</c:v>
                </c:pt>
                <c:pt idx="428">
                  <c:v>0.20480000000000001</c:v>
                </c:pt>
                <c:pt idx="429">
                  <c:v>0.20200000000000001</c:v>
                </c:pt>
                <c:pt idx="430">
                  <c:v>0.2104</c:v>
                </c:pt>
                <c:pt idx="431">
                  <c:v>0.1618</c:v>
                </c:pt>
                <c:pt idx="432">
                  <c:v>0.19650000000000001</c:v>
                </c:pt>
                <c:pt idx="433">
                  <c:v>0.222</c:v>
                </c:pt>
                <c:pt idx="434">
                  <c:v>0.2379</c:v>
                </c:pt>
                <c:pt idx="435">
                  <c:v>0.2455</c:v>
                </c:pt>
                <c:pt idx="436">
                  <c:v>0.1741</c:v>
                </c:pt>
                <c:pt idx="437">
                  <c:v>0.2296</c:v>
                </c:pt>
                <c:pt idx="438">
                  <c:v>0.28739999999999999</c:v>
                </c:pt>
                <c:pt idx="439">
                  <c:v>0.26600000000000001</c:v>
                </c:pt>
                <c:pt idx="440">
                  <c:v>0.21310000000000001</c:v>
                </c:pt>
                <c:pt idx="441">
                  <c:v>0.1797</c:v>
                </c:pt>
                <c:pt idx="442">
                  <c:v>0.18190000000000001</c:v>
                </c:pt>
                <c:pt idx="443">
                  <c:v>0.16889999999999999</c:v>
                </c:pt>
                <c:pt idx="444">
                  <c:v>0.13719999999999999</c:v>
                </c:pt>
                <c:pt idx="445">
                  <c:v>0.1419</c:v>
                </c:pt>
                <c:pt idx="446">
                  <c:v>0.20830000000000001</c:v>
                </c:pt>
                <c:pt idx="447">
                  <c:v>0.2205</c:v>
                </c:pt>
                <c:pt idx="448">
                  <c:v>0.31929999999999997</c:v>
                </c:pt>
                <c:pt idx="449">
                  <c:v>0.26590000000000003</c:v>
                </c:pt>
                <c:pt idx="450">
                  <c:v>0.32429999999999998</c:v>
                </c:pt>
                <c:pt idx="451">
                  <c:v>0.30620000000000003</c:v>
                </c:pt>
                <c:pt idx="452">
                  <c:v>0.35730000000000001</c:v>
                </c:pt>
                <c:pt idx="453">
                  <c:v>0.3463</c:v>
                </c:pt>
                <c:pt idx="454">
                  <c:v>0.24879999999999999</c:v>
                </c:pt>
                <c:pt idx="455">
                  <c:v>0.33989999999999998</c:v>
                </c:pt>
                <c:pt idx="456">
                  <c:v>0.37830000000000003</c:v>
                </c:pt>
                <c:pt idx="457">
                  <c:v>0.19589999999999999</c:v>
                </c:pt>
                <c:pt idx="458">
                  <c:v>0.36620000000000003</c:v>
                </c:pt>
                <c:pt idx="459">
                  <c:v>0.40670000000000001</c:v>
                </c:pt>
                <c:pt idx="460">
                  <c:v>0.41799999999999998</c:v>
                </c:pt>
                <c:pt idx="461">
                  <c:v>0.22520000000000001</c:v>
                </c:pt>
                <c:pt idx="462">
                  <c:v>0.35899999999999999</c:v>
                </c:pt>
                <c:pt idx="463">
                  <c:v>0.34660000000000002</c:v>
                </c:pt>
                <c:pt idx="464">
                  <c:v>0.30659999999999998</c:v>
                </c:pt>
                <c:pt idx="465">
                  <c:v>0.37090000000000001</c:v>
                </c:pt>
                <c:pt idx="466">
                  <c:v>0.3634</c:v>
                </c:pt>
                <c:pt idx="467">
                  <c:v>0.26900000000000002</c:v>
                </c:pt>
                <c:pt idx="468">
                  <c:v>0.2442</c:v>
                </c:pt>
                <c:pt idx="469">
                  <c:v>0.22320000000000001</c:v>
                </c:pt>
                <c:pt idx="470">
                  <c:v>0.23780000000000001</c:v>
                </c:pt>
                <c:pt idx="471">
                  <c:v>0.1968</c:v>
                </c:pt>
                <c:pt idx="472">
                  <c:v>0.17169999999999999</c:v>
                </c:pt>
                <c:pt idx="473">
                  <c:v>0.1477</c:v>
                </c:pt>
                <c:pt idx="474">
                  <c:v>0.2326</c:v>
                </c:pt>
                <c:pt idx="475">
                  <c:v>0.16830000000000001</c:v>
                </c:pt>
                <c:pt idx="476">
                  <c:v>0.17510000000000001</c:v>
                </c:pt>
                <c:pt idx="477">
                  <c:v>0.26479999999999998</c:v>
                </c:pt>
                <c:pt idx="478">
                  <c:v>0.22739999999999999</c:v>
                </c:pt>
                <c:pt idx="479">
                  <c:v>0.1971</c:v>
                </c:pt>
                <c:pt idx="480">
                  <c:v>0.21929999999999999</c:v>
                </c:pt>
                <c:pt idx="481">
                  <c:v>0.33739999999999998</c:v>
                </c:pt>
                <c:pt idx="482">
                  <c:v>0.27660000000000001</c:v>
                </c:pt>
                <c:pt idx="483">
                  <c:v>0.29670000000000002</c:v>
                </c:pt>
                <c:pt idx="484">
                  <c:v>0.31819999999999998</c:v>
                </c:pt>
                <c:pt idx="485">
                  <c:v>0.26040000000000002</c:v>
                </c:pt>
                <c:pt idx="486">
                  <c:v>0.25519999999999998</c:v>
                </c:pt>
                <c:pt idx="487">
                  <c:v>0.36990000000000001</c:v>
                </c:pt>
                <c:pt idx="488">
                  <c:v>0.30170000000000002</c:v>
                </c:pt>
                <c:pt idx="489">
                  <c:v>0.3014</c:v>
                </c:pt>
                <c:pt idx="490">
                  <c:v>0.26800000000000002</c:v>
                </c:pt>
                <c:pt idx="491">
                  <c:v>0.33300000000000002</c:v>
                </c:pt>
                <c:pt idx="492">
                  <c:v>0.32169999999999999</c:v>
                </c:pt>
                <c:pt idx="493">
                  <c:v>0.26650000000000001</c:v>
                </c:pt>
                <c:pt idx="494">
                  <c:v>0.26939999999999997</c:v>
                </c:pt>
                <c:pt idx="495">
                  <c:v>0.28189999999999998</c:v>
                </c:pt>
                <c:pt idx="496">
                  <c:v>0.26229999999999998</c:v>
                </c:pt>
                <c:pt idx="497">
                  <c:v>0.24859999999999999</c:v>
                </c:pt>
                <c:pt idx="498">
                  <c:v>0.23430000000000001</c:v>
                </c:pt>
                <c:pt idx="499">
                  <c:v>0.2334</c:v>
                </c:pt>
                <c:pt idx="500">
                  <c:v>0.25669999999999998</c:v>
                </c:pt>
                <c:pt idx="501">
                  <c:v>0.25690000000000002</c:v>
                </c:pt>
                <c:pt idx="502">
                  <c:v>0.29139999999999999</c:v>
                </c:pt>
                <c:pt idx="503">
                  <c:v>0.30470000000000003</c:v>
                </c:pt>
                <c:pt idx="504">
                  <c:v>0.32779999999999998</c:v>
                </c:pt>
                <c:pt idx="505">
                  <c:v>0.23910000000000001</c:v>
                </c:pt>
                <c:pt idx="506">
                  <c:v>0.24740000000000001</c:v>
                </c:pt>
                <c:pt idx="507">
                  <c:v>0.22520000000000001</c:v>
                </c:pt>
                <c:pt idx="508">
                  <c:v>0.27010000000000001</c:v>
                </c:pt>
                <c:pt idx="509">
                  <c:v>0.26119999999999999</c:v>
                </c:pt>
                <c:pt idx="510">
                  <c:v>0.32750000000000001</c:v>
                </c:pt>
                <c:pt idx="511">
                  <c:v>0.27839999999999998</c:v>
                </c:pt>
                <c:pt idx="512">
                  <c:v>0.30030000000000001</c:v>
                </c:pt>
                <c:pt idx="513">
                  <c:v>0.28460000000000002</c:v>
                </c:pt>
                <c:pt idx="514">
                  <c:v>0.29709999999999998</c:v>
                </c:pt>
                <c:pt idx="515">
                  <c:v>0.40620000000000001</c:v>
                </c:pt>
                <c:pt idx="516">
                  <c:v>0.3589</c:v>
                </c:pt>
                <c:pt idx="517">
                  <c:v>0.33989999999999998</c:v>
                </c:pt>
                <c:pt idx="518">
                  <c:v>0.36</c:v>
                </c:pt>
                <c:pt idx="519">
                  <c:v>0.37280000000000002</c:v>
                </c:pt>
                <c:pt idx="520">
                  <c:v>0.39369999999999999</c:v>
                </c:pt>
                <c:pt idx="521">
                  <c:v>0.27089999999999997</c:v>
                </c:pt>
                <c:pt idx="522">
                  <c:v>0.40810000000000002</c:v>
                </c:pt>
                <c:pt idx="523">
                  <c:v>0.44230000000000003</c:v>
                </c:pt>
                <c:pt idx="524">
                  <c:v>0.4501</c:v>
                </c:pt>
                <c:pt idx="525">
                  <c:v>0.41870000000000002</c:v>
                </c:pt>
                <c:pt idx="526">
                  <c:v>0.37930000000000003</c:v>
                </c:pt>
                <c:pt idx="527">
                  <c:v>0.29459999999999997</c:v>
                </c:pt>
                <c:pt idx="528">
                  <c:v>0.37240000000000001</c:v>
                </c:pt>
                <c:pt idx="529">
                  <c:v>0.38040000000000002</c:v>
                </c:pt>
                <c:pt idx="530">
                  <c:v>0.40500000000000003</c:v>
                </c:pt>
                <c:pt idx="531">
                  <c:v>0.41270000000000001</c:v>
                </c:pt>
                <c:pt idx="532">
                  <c:v>0.33179999999999998</c:v>
                </c:pt>
                <c:pt idx="533">
                  <c:v>0.39129999999999998</c:v>
                </c:pt>
                <c:pt idx="534">
                  <c:v>0.42380000000000001</c:v>
                </c:pt>
                <c:pt idx="535">
                  <c:v>0.41120000000000001</c:v>
                </c:pt>
                <c:pt idx="536">
                  <c:v>0.3196</c:v>
                </c:pt>
                <c:pt idx="537">
                  <c:v>0.41360000000000002</c:v>
                </c:pt>
                <c:pt idx="538">
                  <c:v>0.37730000000000002</c:v>
                </c:pt>
                <c:pt idx="539">
                  <c:v>0.42209999999999998</c:v>
                </c:pt>
                <c:pt idx="540">
                  <c:v>0.36799999999999999</c:v>
                </c:pt>
                <c:pt idx="541">
                  <c:v>0.39379999999999998</c:v>
                </c:pt>
                <c:pt idx="542">
                  <c:v>0.44840000000000002</c:v>
                </c:pt>
                <c:pt idx="543">
                  <c:v>0.44379999999999997</c:v>
                </c:pt>
                <c:pt idx="544">
                  <c:v>0.45069999999999999</c:v>
                </c:pt>
                <c:pt idx="545">
                  <c:v>0.40379999999999999</c:v>
                </c:pt>
                <c:pt idx="546">
                  <c:v>0.47660000000000002</c:v>
                </c:pt>
                <c:pt idx="547">
                  <c:v>0.42920000000000003</c:v>
                </c:pt>
                <c:pt idx="548">
                  <c:v>0.4395</c:v>
                </c:pt>
                <c:pt idx="549">
                  <c:v>0.4083</c:v>
                </c:pt>
                <c:pt idx="550">
                  <c:v>0.3876</c:v>
                </c:pt>
                <c:pt idx="551">
                  <c:v>0.44969999999999999</c:v>
                </c:pt>
                <c:pt idx="552">
                  <c:v>0.4783</c:v>
                </c:pt>
                <c:pt idx="553">
                  <c:v>0.48899999999999999</c:v>
                </c:pt>
                <c:pt idx="554">
                  <c:v>0.45190000000000002</c:v>
                </c:pt>
                <c:pt idx="555">
                  <c:v>0.4078</c:v>
                </c:pt>
                <c:pt idx="556">
                  <c:v>0.4647</c:v>
                </c:pt>
                <c:pt idx="557">
                  <c:v>0.48180000000000001</c:v>
                </c:pt>
                <c:pt idx="558">
                  <c:v>0.48959999999999998</c:v>
                </c:pt>
                <c:pt idx="559">
                  <c:v>0.36199999999999999</c:v>
                </c:pt>
                <c:pt idx="560">
                  <c:v>0.48060000000000003</c:v>
                </c:pt>
                <c:pt idx="561">
                  <c:v>0.34549999999999997</c:v>
                </c:pt>
                <c:pt idx="562">
                  <c:v>0.40429999999999999</c:v>
                </c:pt>
                <c:pt idx="563">
                  <c:v>0.41189999999999999</c:v>
                </c:pt>
                <c:pt idx="564">
                  <c:v>0.40450000000000003</c:v>
                </c:pt>
                <c:pt idx="565">
                  <c:v>0.33610000000000001</c:v>
                </c:pt>
                <c:pt idx="566">
                  <c:v>0.35320000000000001</c:v>
                </c:pt>
                <c:pt idx="567">
                  <c:v>0.43969999999999998</c:v>
                </c:pt>
                <c:pt idx="568">
                  <c:v>0.50829999999999997</c:v>
                </c:pt>
                <c:pt idx="569">
                  <c:v>0.42680000000000001</c:v>
                </c:pt>
                <c:pt idx="570">
                  <c:v>0.43169999999999997</c:v>
                </c:pt>
                <c:pt idx="571">
                  <c:v>0.46899999999999997</c:v>
                </c:pt>
                <c:pt idx="572">
                  <c:v>0.4914</c:v>
                </c:pt>
                <c:pt idx="573">
                  <c:v>0.44019999999999998</c:v>
                </c:pt>
                <c:pt idx="574">
                  <c:v>0.46820000000000001</c:v>
                </c:pt>
                <c:pt idx="575">
                  <c:v>0.45889999999999997</c:v>
                </c:pt>
                <c:pt idx="576">
                  <c:v>0.48330000000000001</c:v>
                </c:pt>
                <c:pt idx="577">
                  <c:v>0.42099999999999999</c:v>
                </c:pt>
                <c:pt idx="578">
                  <c:v>0.37309999999999999</c:v>
                </c:pt>
                <c:pt idx="579">
                  <c:v>0.44579999999999997</c:v>
                </c:pt>
                <c:pt idx="580">
                  <c:v>0.4385</c:v>
                </c:pt>
                <c:pt idx="581">
                  <c:v>0.41970000000000002</c:v>
                </c:pt>
                <c:pt idx="582">
                  <c:v>0.3881</c:v>
                </c:pt>
                <c:pt idx="583">
                  <c:v>0.42</c:v>
                </c:pt>
                <c:pt idx="584">
                  <c:v>0.38030000000000003</c:v>
                </c:pt>
                <c:pt idx="585">
                  <c:v>0.45100000000000001</c:v>
                </c:pt>
                <c:pt idx="586">
                  <c:v>0.43940000000000001</c:v>
                </c:pt>
                <c:pt idx="587">
                  <c:v>0.39429999999999998</c:v>
                </c:pt>
                <c:pt idx="588">
                  <c:v>0.37769999999999998</c:v>
                </c:pt>
                <c:pt idx="589">
                  <c:v>0.45650000000000002</c:v>
                </c:pt>
                <c:pt idx="590">
                  <c:v>0.39300000000000002</c:v>
                </c:pt>
                <c:pt idx="591">
                  <c:v>0.39400000000000002</c:v>
                </c:pt>
                <c:pt idx="592">
                  <c:v>0.42099999999999999</c:v>
                </c:pt>
                <c:pt idx="593">
                  <c:v>0.40689999999999998</c:v>
                </c:pt>
                <c:pt idx="594">
                  <c:v>0.47239999999999999</c:v>
                </c:pt>
                <c:pt idx="595">
                  <c:v>0.45250000000000001</c:v>
                </c:pt>
                <c:pt idx="596">
                  <c:v>0.45440000000000003</c:v>
                </c:pt>
                <c:pt idx="597">
                  <c:v>0.43509999999999999</c:v>
                </c:pt>
                <c:pt idx="598">
                  <c:v>0.54330000000000001</c:v>
                </c:pt>
                <c:pt idx="599">
                  <c:v>0.46250000000000002</c:v>
                </c:pt>
                <c:pt idx="600">
                  <c:v>0.44940000000000002</c:v>
                </c:pt>
                <c:pt idx="601">
                  <c:v>0.48859999999999998</c:v>
                </c:pt>
                <c:pt idx="602">
                  <c:v>0.39550000000000002</c:v>
                </c:pt>
                <c:pt idx="603">
                  <c:v>0.44469999999999998</c:v>
                </c:pt>
                <c:pt idx="604">
                  <c:v>0.44540000000000002</c:v>
                </c:pt>
                <c:pt idx="605">
                  <c:v>0.38569999999999999</c:v>
                </c:pt>
                <c:pt idx="606">
                  <c:v>0.42730000000000001</c:v>
                </c:pt>
                <c:pt idx="607">
                  <c:v>0.40560000000000002</c:v>
                </c:pt>
                <c:pt idx="608">
                  <c:v>0.43209999999999998</c:v>
                </c:pt>
                <c:pt idx="609">
                  <c:v>0.40560000000000002</c:v>
                </c:pt>
                <c:pt idx="610">
                  <c:v>0.40600000000000003</c:v>
                </c:pt>
                <c:pt idx="611">
                  <c:v>0.2601</c:v>
                </c:pt>
                <c:pt idx="612">
                  <c:v>0.37019999999999997</c:v>
                </c:pt>
                <c:pt idx="613">
                  <c:v>0.32140000000000002</c:v>
                </c:pt>
                <c:pt idx="614">
                  <c:v>0.44840000000000002</c:v>
                </c:pt>
                <c:pt idx="615">
                  <c:v>0.39779999999999999</c:v>
                </c:pt>
                <c:pt idx="616">
                  <c:v>0.39760000000000001</c:v>
                </c:pt>
                <c:pt idx="617">
                  <c:v>0.43070000000000003</c:v>
                </c:pt>
                <c:pt idx="618">
                  <c:v>0.38129999999999997</c:v>
                </c:pt>
                <c:pt idx="619">
                  <c:v>0.3372</c:v>
                </c:pt>
                <c:pt idx="620">
                  <c:v>0.45</c:v>
                </c:pt>
                <c:pt idx="621">
                  <c:v>0.37640000000000001</c:v>
                </c:pt>
                <c:pt idx="622">
                  <c:v>0.45029999999999998</c:v>
                </c:pt>
                <c:pt idx="623">
                  <c:v>0.4773</c:v>
                </c:pt>
                <c:pt idx="624">
                  <c:v>0.4849</c:v>
                </c:pt>
                <c:pt idx="625">
                  <c:v>0.4284</c:v>
                </c:pt>
                <c:pt idx="626">
                  <c:v>0.41220000000000001</c:v>
                </c:pt>
                <c:pt idx="627">
                  <c:v>0.43780000000000002</c:v>
                </c:pt>
                <c:pt idx="628">
                  <c:v>0.45390000000000003</c:v>
                </c:pt>
                <c:pt idx="629">
                  <c:v>0.45329999999999998</c:v>
                </c:pt>
                <c:pt idx="630">
                  <c:v>0.42909999999999998</c:v>
                </c:pt>
                <c:pt idx="631">
                  <c:v>0.4224</c:v>
                </c:pt>
                <c:pt idx="632">
                  <c:v>0.36630000000000001</c:v>
                </c:pt>
                <c:pt idx="633">
                  <c:v>0.38919999999999999</c:v>
                </c:pt>
                <c:pt idx="634">
                  <c:v>0.44</c:v>
                </c:pt>
                <c:pt idx="635">
                  <c:v>0.37819999999999998</c:v>
                </c:pt>
                <c:pt idx="636">
                  <c:v>0.40129999999999999</c:v>
                </c:pt>
                <c:pt idx="637">
                  <c:v>0.44319999999999998</c:v>
                </c:pt>
                <c:pt idx="638">
                  <c:v>0.4128</c:v>
                </c:pt>
                <c:pt idx="639">
                  <c:v>0.43099999999999999</c:v>
                </c:pt>
                <c:pt idx="640">
                  <c:v>0.36459999999999998</c:v>
                </c:pt>
                <c:pt idx="641">
                  <c:v>0.38690000000000002</c:v>
                </c:pt>
                <c:pt idx="642">
                  <c:v>0.36969999999999997</c:v>
                </c:pt>
                <c:pt idx="643">
                  <c:v>0.41849999999999998</c:v>
                </c:pt>
                <c:pt idx="644">
                  <c:v>0.39450000000000002</c:v>
                </c:pt>
                <c:pt idx="645">
                  <c:v>0.34520000000000001</c:v>
                </c:pt>
                <c:pt idx="646">
                  <c:v>0.4007</c:v>
                </c:pt>
                <c:pt idx="647">
                  <c:v>0.41420000000000001</c:v>
                </c:pt>
                <c:pt idx="648">
                  <c:v>0.37169999999999997</c:v>
                </c:pt>
                <c:pt idx="649">
                  <c:v>0.38080000000000003</c:v>
                </c:pt>
                <c:pt idx="650">
                  <c:v>0.35659999999999997</c:v>
                </c:pt>
                <c:pt idx="651">
                  <c:v>0.38569999999999999</c:v>
                </c:pt>
                <c:pt idx="652">
                  <c:v>0.3417</c:v>
                </c:pt>
                <c:pt idx="653">
                  <c:v>0.311</c:v>
                </c:pt>
                <c:pt idx="654">
                  <c:v>0.3836</c:v>
                </c:pt>
                <c:pt idx="655">
                  <c:v>0.37409999999999999</c:v>
                </c:pt>
                <c:pt idx="656">
                  <c:v>0.41289999999999999</c:v>
                </c:pt>
                <c:pt idx="657">
                  <c:v>0.4617</c:v>
                </c:pt>
                <c:pt idx="658">
                  <c:v>0.47620000000000001</c:v>
                </c:pt>
                <c:pt idx="659">
                  <c:v>0.43490000000000001</c:v>
                </c:pt>
                <c:pt idx="660">
                  <c:v>0.42970000000000003</c:v>
                </c:pt>
                <c:pt idx="661">
                  <c:v>0.37609999999999999</c:v>
                </c:pt>
                <c:pt idx="662">
                  <c:v>0.42420000000000002</c:v>
                </c:pt>
                <c:pt idx="663">
                  <c:v>0.37209999999999999</c:v>
                </c:pt>
                <c:pt idx="664">
                  <c:v>0.42770000000000002</c:v>
                </c:pt>
                <c:pt idx="665">
                  <c:v>0.3332</c:v>
                </c:pt>
                <c:pt idx="666">
                  <c:v>0.43490000000000001</c:v>
                </c:pt>
                <c:pt idx="667">
                  <c:v>0.43469999999999998</c:v>
                </c:pt>
                <c:pt idx="668">
                  <c:v>0.42030000000000001</c:v>
                </c:pt>
                <c:pt idx="669">
                  <c:v>0.41670000000000001</c:v>
                </c:pt>
                <c:pt idx="670">
                  <c:v>0.33960000000000001</c:v>
                </c:pt>
                <c:pt idx="671">
                  <c:v>0.45300000000000001</c:v>
                </c:pt>
                <c:pt idx="672">
                  <c:v>0.4516</c:v>
                </c:pt>
                <c:pt idx="673">
                  <c:v>0.4047</c:v>
                </c:pt>
                <c:pt idx="674">
                  <c:v>0.41959999999999997</c:v>
                </c:pt>
                <c:pt idx="675">
                  <c:v>0.47199999999999998</c:v>
                </c:pt>
                <c:pt idx="676">
                  <c:v>0.47820000000000001</c:v>
                </c:pt>
                <c:pt idx="677">
                  <c:v>0.45960000000000001</c:v>
                </c:pt>
                <c:pt idx="678">
                  <c:v>0.38790000000000002</c:v>
                </c:pt>
                <c:pt idx="679">
                  <c:v>0.43869999999999998</c:v>
                </c:pt>
                <c:pt idx="680">
                  <c:v>0.48599999999999999</c:v>
                </c:pt>
                <c:pt idx="681">
                  <c:v>0.45369999999999999</c:v>
                </c:pt>
                <c:pt idx="682">
                  <c:v>0.439</c:v>
                </c:pt>
                <c:pt idx="683">
                  <c:v>0.34599999999999997</c:v>
                </c:pt>
                <c:pt idx="684">
                  <c:v>0.37840000000000001</c:v>
                </c:pt>
                <c:pt idx="685">
                  <c:v>0.46820000000000001</c:v>
                </c:pt>
                <c:pt idx="686">
                  <c:v>0.50990000000000002</c:v>
                </c:pt>
                <c:pt idx="687">
                  <c:v>0.42730000000000001</c:v>
                </c:pt>
                <c:pt idx="688">
                  <c:v>0.43109999999999998</c:v>
                </c:pt>
                <c:pt idx="689">
                  <c:v>0.40970000000000001</c:v>
                </c:pt>
                <c:pt idx="690">
                  <c:v>0.40200000000000002</c:v>
                </c:pt>
                <c:pt idx="691">
                  <c:v>0.44700000000000001</c:v>
                </c:pt>
                <c:pt idx="692">
                  <c:v>0.40820000000000001</c:v>
                </c:pt>
                <c:pt idx="693">
                  <c:v>0.41820000000000002</c:v>
                </c:pt>
                <c:pt idx="694">
                  <c:v>0.37630000000000002</c:v>
                </c:pt>
                <c:pt idx="695">
                  <c:v>0.45179999999999998</c:v>
                </c:pt>
                <c:pt idx="696">
                  <c:v>0.43080000000000002</c:v>
                </c:pt>
                <c:pt idx="697">
                  <c:v>0.38669999999999999</c:v>
                </c:pt>
                <c:pt idx="698">
                  <c:v>0.43319999999999997</c:v>
                </c:pt>
                <c:pt idx="699">
                  <c:v>0.39710000000000001</c:v>
                </c:pt>
                <c:pt idx="700">
                  <c:v>0.47710000000000002</c:v>
                </c:pt>
                <c:pt idx="701">
                  <c:v>0.44569999999999999</c:v>
                </c:pt>
                <c:pt idx="702">
                  <c:v>0.37290000000000001</c:v>
                </c:pt>
                <c:pt idx="703">
                  <c:v>0.40920000000000001</c:v>
                </c:pt>
                <c:pt idx="704">
                  <c:v>0.39190000000000003</c:v>
                </c:pt>
                <c:pt idx="705">
                  <c:v>0.432</c:v>
                </c:pt>
                <c:pt idx="706">
                  <c:v>0.37990000000000002</c:v>
                </c:pt>
                <c:pt idx="707">
                  <c:v>0.40239999999999998</c:v>
                </c:pt>
                <c:pt idx="708">
                  <c:v>0.39350000000000002</c:v>
                </c:pt>
                <c:pt idx="709">
                  <c:v>0.38779999999999998</c:v>
                </c:pt>
                <c:pt idx="710">
                  <c:v>0.36899999999999999</c:v>
                </c:pt>
                <c:pt idx="711">
                  <c:v>0.33860000000000001</c:v>
                </c:pt>
                <c:pt idx="712">
                  <c:v>0.37209999999999999</c:v>
                </c:pt>
                <c:pt idx="713">
                  <c:v>0.37830000000000003</c:v>
                </c:pt>
                <c:pt idx="714">
                  <c:v>0.39650000000000002</c:v>
                </c:pt>
                <c:pt idx="715">
                  <c:v>0.27760000000000001</c:v>
                </c:pt>
                <c:pt idx="716">
                  <c:v>0.26889999999999997</c:v>
                </c:pt>
                <c:pt idx="717">
                  <c:v>0.41439999999999999</c:v>
                </c:pt>
                <c:pt idx="718">
                  <c:v>0.31990000000000002</c:v>
                </c:pt>
                <c:pt idx="719">
                  <c:v>0.3906</c:v>
                </c:pt>
                <c:pt idx="720">
                  <c:v>0.33300000000000002</c:v>
                </c:pt>
                <c:pt idx="721">
                  <c:v>0.3952</c:v>
                </c:pt>
                <c:pt idx="722">
                  <c:v>0.30109999999999998</c:v>
                </c:pt>
                <c:pt idx="723">
                  <c:v>0.28610000000000002</c:v>
                </c:pt>
                <c:pt idx="724">
                  <c:v>0.34960000000000002</c:v>
                </c:pt>
                <c:pt idx="725">
                  <c:v>0.36109999999999998</c:v>
                </c:pt>
                <c:pt idx="726">
                  <c:v>0.30880000000000002</c:v>
                </c:pt>
                <c:pt idx="727">
                  <c:v>0.34129999999999999</c:v>
                </c:pt>
                <c:pt idx="728">
                  <c:v>0.37030000000000002</c:v>
                </c:pt>
                <c:pt idx="729">
                  <c:v>0.36969999999999997</c:v>
                </c:pt>
                <c:pt idx="730">
                  <c:v>0.35510000000000003</c:v>
                </c:pt>
                <c:pt idx="731">
                  <c:v>0.37930000000000003</c:v>
                </c:pt>
                <c:pt idx="732">
                  <c:v>0.373</c:v>
                </c:pt>
                <c:pt idx="733">
                  <c:v>0.40899999999999997</c:v>
                </c:pt>
                <c:pt idx="734">
                  <c:v>0.36049999999999999</c:v>
                </c:pt>
                <c:pt idx="735">
                  <c:v>0.36099999999999999</c:v>
                </c:pt>
                <c:pt idx="736">
                  <c:v>0.36009999999999998</c:v>
                </c:pt>
                <c:pt idx="737">
                  <c:v>0.32950000000000002</c:v>
                </c:pt>
                <c:pt idx="738">
                  <c:v>0.34939999999999999</c:v>
                </c:pt>
                <c:pt idx="739">
                  <c:v>0.34849999999999998</c:v>
                </c:pt>
                <c:pt idx="740">
                  <c:v>0.3337</c:v>
                </c:pt>
                <c:pt idx="741">
                  <c:v>0.309</c:v>
                </c:pt>
                <c:pt idx="742">
                  <c:v>0.33279999999999998</c:v>
                </c:pt>
                <c:pt idx="743">
                  <c:v>0.3382</c:v>
                </c:pt>
                <c:pt idx="744">
                  <c:v>0.30719999999999997</c:v>
                </c:pt>
                <c:pt idx="745">
                  <c:v>0.37809999999999999</c:v>
                </c:pt>
                <c:pt idx="746">
                  <c:v>0.3831</c:v>
                </c:pt>
                <c:pt idx="747">
                  <c:v>0.3478</c:v>
                </c:pt>
                <c:pt idx="748">
                  <c:v>0.34689999999999999</c:v>
                </c:pt>
                <c:pt idx="749">
                  <c:v>0.27800000000000002</c:v>
                </c:pt>
                <c:pt idx="750">
                  <c:v>0.36520000000000002</c:v>
                </c:pt>
                <c:pt idx="751">
                  <c:v>0.36670000000000003</c:v>
                </c:pt>
                <c:pt idx="752">
                  <c:v>0.33889999999999998</c:v>
                </c:pt>
                <c:pt idx="753">
                  <c:v>0.35820000000000002</c:v>
                </c:pt>
                <c:pt idx="754">
                  <c:v>0.29339999999999999</c:v>
                </c:pt>
                <c:pt idx="755">
                  <c:v>0.3165</c:v>
                </c:pt>
                <c:pt idx="756">
                  <c:v>0.29020000000000001</c:v>
                </c:pt>
                <c:pt idx="757">
                  <c:v>0.28860000000000002</c:v>
                </c:pt>
                <c:pt idx="758">
                  <c:v>0.316</c:v>
                </c:pt>
                <c:pt idx="759">
                  <c:v>0.3322</c:v>
                </c:pt>
                <c:pt idx="760">
                  <c:v>0.31850000000000001</c:v>
                </c:pt>
                <c:pt idx="761">
                  <c:v>0.37940000000000002</c:v>
                </c:pt>
                <c:pt idx="762">
                  <c:v>0.56610000000000005</c:v>
                </c:pt>
                <c:pt idx="763">
                  <c:v>0.53700000000000003</c:v>
                </c:pt>
                <c:pt idx="764">
                  <c:v>0.44669999999999999</c:v>
                </c:pt>
                <c:pt idx="765">
                  <c:v>0.51329999999999998</c:v>
                </c:pt>
                <c:pt idx="766">
                  <c:v>0.47770000000000001</c:v>
                </c:pt>
                <c:pt idx="767">
                  <c:v>0.47160000000000002</c:v>
                </c:pt>
                <c:pt idx="768">
                  <c:v>0.35070000000000001</c:v>
                </c:pt>
                <c:pt idx="769">
                  <c:v>0.38290000000000002</c:v>
                </c:pt>
                <c:pt idx="770">
                  <c:v>0.313</c:v>
                </c:pt>
                <c:pt idx="771">
                  <c:v>0.34139999999999998</c:v>
                </c:pt>
                <c:pt idx="772">
                  <c:v>0.3241</c:v>
                </c:pt>
                <c:pt idx="773">
                  <c:v>0.33210000000000001</c:v>
                </c:pt>
                <c:pt idx="774">
                  <c:v>0.2742</c:v>
                </c:pt>
                <c:pt idx="775">
                  <c:v>0.3674</c:v>
                </c:pt>
                <c:pt idx="776">
                  <c:v>0.35920000000000002</c:v>
                </c:pt>
                <c:pt idx="777">
                  <c:v>0.36230000000000001</c:v>
                </c:pt>
                <c:pt idx="778">
                  <c:v>0.31969999999999998</c:v>
                </c:pt>
                <c:pt idx="779">
                  <c:v>0.35399999999999998</c:v>
                </c:pt>
                <c:pt idx="780">
                  <c:v>0.3291</c:v>
                </c:pt>
                <c:pt idx="781">
                  <c:v>0.32929999999999998</c:v>
                </c:pt>
                <c:pt idx="782">
                  <c:v>0.26910000000000001</c:v>
                </c:pt>
                <c:pt idx="783">
                  <c:v>0.33400000000000002</c:v>
                </c:pt>
                <c:pt idx="784">
                  <c:v>0.3377</c:v>
                </c:pt>
                <c:pt idx="785">
                  <c:v>0.35799999999999998</c:v>
                </c:pt>
                <c:pt idx="786">
                  <c:v>0.36459999999999998</c:v>
                </c:pt>
                <c:pt idx="787">
                  <c:v>0.37980000000000003</c:v>
                </c:pt>
                <c:pt idx="788">
                  <c:v>0.26750000000000002</c:v>
                </c:pt>
                <c:pt idx="789">
                  <c:v>0.33500000000000002</c:v>
                </c:pt>
                <c:pt idx="790">
                  <c:v>0.3372</c:v>
                </c:pt>
                <c:pt idx="791">
                  <c:v>0.3528</c:v>
                </c:pt>
                <c:pt idx="792">
                  <c:v>0.35120000000000001</c:v>
                </c:pt>
                <c:pt idx="793">
                  <c:v>0.29060000000000002</c:v>
                </c:pt>
                <c:pt idx="794">
                  <c:v>0.3034</c:v>
                </c:pt>
                <c:pt idx="795">
                  <c:v>0.32290000000000002</c:v>
                </c:pt>
                <c:pt idx="796">
                  <c:v>0.2757</c:v>
                </c:pt>
                <c:pt idx="797">
                  <c:v>0.31530000000000002</c:v>
                </c:pt>
                <c:pt idx="798">
                  <c:v>0.29899999999999999</c:v>
                </c:pt>
                <c:pt idx="799">
                  <c:v>0.28370000000000001</c:v>
                </c:pt>
                <c:pt idx="800">
                  <c:v>0.32100000000000001</c:v>
                </c:pt>
                <c:pt idx="801">
                  <c:v>0.26929999999999998</c:v>
                </c:pt>
                <c:pt idx="802">
                  <c:v>0.3251</c:v>
                </c:pt>
                <c:pt idx="803">
                  <c:v>0.32319999999999999</c:v>
                </c:pt>
                <c:pt idx="804">
                  <c:v>0.33189999999999997</c:v>
                </c:pt>
                <c:pt idx="805">
                  <c:v>0.35349999999999998</c:v>
                </c:pt>
                <c:pt idx="806">
                  <c:v>0.32740000000000002</c:v>
                </c:pt>
                <c:pt idx="807">
                  <c:v>0.32679999999999998</c:v>
                </c:pt>
                <c:pt idx="808">
                  <c:v>0.3266</c:v>
                </c:pt>
              </c:numCache>
            </c:numRef>
          </c:val>
          <c:smooth val="0"/>
          <c:extLst>
            <c:ext xmlns:c16="http://schemas.microsoft.com/office/drawing/2014/chart" uri="{C3380CC4-5D6E-409C-BE32-E72D297353CC}">
              <c16:uniqueId val="{00000001-1A79-4C07-8A4F-1C59607FA1D8}"/>
            </c:ext>
          </c:extLst>
        </c:ser>
        <c:ser>
          <c:idx val="2"/>
          <c:order val="2"/>
          <c:tx>
            <c:strRef>
              <c:f>Sheet1!$D$1</c:f>
              <c:strCache>
                <c:ptCount val="1"/>
                <c:pt idx="0">
                  <c:v>All members</c:v>
                </c:pt>
              </c:strCache>
            </c:strRef>
          </c:tx>
          <c:spPr>
            <a:ln w="12700" cap="flat">
              <a:solidFill>
                <a:srgbClr val="0B0B0B"/>
              </a:solidFill>
              <a:prstDash val="solid"/>
              <a:round/>
            </a:ln>
            <a:effectLst/>
          </c:spPr>
          <c:marker>
            <c:symbol val="none"/>
          </c:marker>
          <c:cat>
            <c:strRef>
              <c:f>Sheet1!$A$2:$A$810</c:f>
              <c:strCache>
                <c:ptCount val="809"/>
                <c:pt idx="0">
                  <c:v>2011</c:v>
                </c:pt>
                <c:pt idx="1">
                  <c:v>2011</c:v>
                </c:pt>
                <c:pt idx="2">
                  <c:v>2011</c:v>
                </c:pt>
                <c:pt idx="3">
                  <c:v>2011</c:v>
                </c:pt>
                <c:pt idx="4">
                  <c:v>2011</c:v>
                </c:pt>
                <c:pt idx="5">
                  <c:v>2011</c:v>
                </c:pt>
                <c:pt idx="6">
                  <c:v>2011</c:v>
                </c:pt>
                <c:pt idx="7">
                  <c:v>2011</c:v>
                </c:pt>
                <c:pt idx="8">
                  <c:v>2011</c:v>
                </c:pt>
                <c:pt idx="9">
                  <c:v>2011</c:v>
                </c:pt>
                <c:pt idx="10">
                  <c:v>2011</c:v>
                </c:pt>
                <c:pt idx="11">
                  <c:v>2011</c:v>
                </c:pt>
                <c:pt idx="12">
                  <c:v>2011</c:v>
                </c:pt>
                <c:pt idx="13">
                  <c:v>2011</c:v>
                </c:pt>
                <c:pt idx="14">
                  <c:v>2011</c:v>
                </c:pt>
                <c:pt idx="15">
                  <c:v>2011</c:v>
                </c:pt>
                <c:pt idx="16">
                  <c:v>2011</c:v>
                </c:pt>
                <c:pt idx="17">
                  <c:v>2011</c:v>
                </c:pt>
                <c:pt idx="18">
                  <c:v>2011</c:v>
                </c:pt>
                <c:pt idx="19">
                  <c:v>2011</c:v>
                </c:pt>
                <c:pt idx="20">
                  <c:v>2011</c:v>
                </c:pt>
                <c:pt idx="21">
                  <c:v>2011</c:v>
                </c:pt>
                <c:pt idx="22">
                  <c:v>2011</c:v>
                </c:pt>
                <c:pt idx="23">
                  <c:v>2011</c:v>
                </c:pt>
                <c:pt idx="24">
                  <c:v>2011</c:v>
                </c:pt>
                <c:pt idx="25">
                  <c:v>2011</c:v>
                </c:pt>
                <c:pt idx="26">
                  <c:v>2011</c:v>
                </c:pt>
                <c:pt idx="27">
                  <c:v>2011</c:v>
                </c:pt>
                <c:pt idx="28">
                  <c:v>2011</c:v>
                </c:pt>
                <c:pt idx="29">
                  <c:v>2011</c:v>
                </c:pt>
                <c:pt idx="30">
                  <c:v>2011</c:v>
                </c:pt>
                <c:pt idx="31">
                  <c:v>2011</c:v>
                </c:pt>
                <c:pt idx="32">
                  <c:v>2011</c:v>
                </c:pt>
                <c:pt idx="33">
                  <c:v>2011</c:v>
                </c:pt>
                <c:pt idx="34">
                  <c:v>2011</c:v>
                </c:pt>
                <c:pt idx="35">
                  <c:v>2011</c:v>
                </c:pt>
                <c:pt idx="36">
                  <c:v>2011</c:v>
                </c:pt>
                <c:pt idx="37">
                  <c:v>2011</c:v>
                </c:pt>
                <c:pt idx="38">
                  <c:v>2011</c:v>
                </c:pt>
                <c:pt idx="39">
                  <c:v>2011</c:v>
                </c:pt>
                <c:pt idx="40">
                  <c:v>2011</c:v>
                </c:pt>
                <c:pt idx="41">
                  <c:v>2011</c:v>
                </c:pt>
                <c:pt idx="42">
                  <c:v>2011</c:v>
                </c:pt>
                <c:pt idx="43">
                  <c:v>2011</c:v>
                </c:pt>
                <c:pt idx="44">
                  <c:v>2011</c:v>
                </c:pt>
                <c:pt idx="45">
                  <c:v>2011</c:v>
                </c:pt>
                <c:pt idx="46">
                  <c:v>2011</c:v>
                </c:pt>
                <c:pt idx="47">
                  <c:v>2011</c:v>
                </c:pt>
                <c:pt idx="48">
                  <c:v>2011</c:v>
                </c:pt>
                <c:pt idx="49">
                  <c:v>2011</c:v>
                </c:pt>
                <c:pt idx="50">
                  <c:v>2012</c:v>
                </c:pt>
                <c:pt idx="51">
                  <c:v>2012</c:v>
                </c:pt>
                <c:pt idx="52">
                  <c:v>2012</c:v>
                </c:pt>
                <c:pt idx="53">
                  <c:v>2012</c:v>
                </c:pt>
                <c:pt idx="54">
                  <c:v>2012</c:v>
                </c:pt>
                <c:pt idx="55">
                  <c:v>2012</c:v>
                </c:pt>
                <c:pt idx="56">
                  <c:v>2012</c:v>
                </c:pt>
                <c:pt idx="57">
                  <c:v>2012</c:v>
                </c:pt>
                <c:pt idx="58">
                  <c:v>2012</c:v>
                </c:pt>
                <c:pt idx="59">
                  <c:v>2012</c:v>
                </c:pt>
                <c:pt idx="60">
                  <c:v>2012</c:v>
                </c:pt>
                <c:pt idx="61">
                  <c:v>2012</c:v>
                </c:pt>
                <c:pt idx="62">
                  <c:v>2012</c:v>
                </c:pt>
                <c:pt idx="63">
                  <c:v>2012</c:v>
                </c:pt>
                <c:pt idx="64">
                  <c:v>2012</c:v>
                </c:pt>
                <c:pt idx="65">
                  <c:v>2012</c:v>
                </c:pt>
                <c:pt idx="66">
                  <c:v>2012</c:v>
                </c:pt>
                <c:pt idx="67">
                  <c:v>2012</c:v>
                </c:pt>
                <c:pt idx="68">
                  <c:v>2012</c:v>
                </c:pt>
                <c:pt idx="69">
                  <c:v>2012</c:v>
                </c:pt>
                <c:pt idx="70">
                  <c:v>2012</c:v>
                </c:pt>
                <c:pt idx="71">
                  <c:v>2012</c:v>
                </c:pt>
                <c:pt idx="72">
                  <c:v>2012</c:v>
                </c:pt>
                <c:pt idx="73">
                  <c:v>2012</c:v>
                </c:pt>
                <c:pt idx="74">
                  <c:v>2012</c:v>
                </c:pt>
                <c:pt idx="75">
                  <c:v>2012</c:v>
                </c:pt>
                <c:pt idx="76">
                  <c:v>2012</c:v>
                </c:pt>
                <c:pt idx="77">
                  <c:v>2012</c:v>
                </c:pt>
                <c:pt idx="78">
                  <c:v>2012</c:v>
                </c:pt>
                <c:pt idx="79">
                  <c:v>2012</c:v>
                </c:pt>
                <c:pt idx="80">
                  <c:v>2012</c:v>
                </c:pt>
                <c:pt idx="81">
                  <c:v>2012</c:v>
                </c:pt>
                <c:pt idx="82">
                  <c:v>2012</c:v>
                </c:pt>
                <c:pt idx="83">
                  <c:v>2012</c:v>
                </c:pt>
                <c:pt idx="84">
                  <c:v>2012</c:v>
                </c:pt>
                <c:pt idx="85">
                  <c:v>2012</c:v>
                </c:pt>
                <c:pt idx="86">
                  <c:v>2012</c:v>
                </c:pt>
                <c:pt idx="87">
                  <c:v>2012</c:v>
                </c:pt>
                <c:pt idx="88">
                  <c:v>2012</c:v>
                </c:pt>
                <c:pt idx="89">
                  <c:v>2012</c:v>
                </c:pt>
                <c:pt idx="90">
                  <c:v>2012</c:v>
                </c:pt>
                <c:pt idx="91">
                  <c:v>2012</c:v>
                </c:pt>
                <c:pt idx="92">
                  <c:v>2012</c:v>
                </c:pt>
                <c:pt idx="93">
                  <c:v>2012</c:v>
                </c:pt>
                <c:pt idx="94">
                  <c:v>2012</c:v>
                </c:pt>
                <c:pt idx="95">
                  <c:v>2012</c:v>
                </c:pt>
                <c:pt idx="96">
                  <c:v>2012</c:v>
                </c:pt>
                <c:pt idx="97">
                  <c:v>2012</c:v>
                </c:pt>
                <c:pt idx="98">
                  <c:v>2012</c:v>
                </c:pt>
                <c:pt idx="99">
                  <c:v>2012</c:v>
                </c:pt>
                <c:pt idx="100">
                  <c:v>2012</c:v>
                </c:pt>
                <c:pt idx="101">
                  <c:v>2012</c:v>
                </c:pt>
                <c:pt idx="102">
                  <c:v>2013</c:v>
                </c:pt>
                <c:pt idx="103">
                  <c:v>2013</c:v>
                </c:pt>
                <c:pt idx="104">
                  <c:v>2013</c:v>
                </c:pt>
                <c:pt idx="105">
                  <c:v>2013</c:v>
                </c:pt>
                <c:pt idx="106">
                  <c:v>2013</c:v>
                </c:pt>
                <c:pt idx="107">
                  <c:v>2013</c:v>
                </c:pt>
                <c:pt idx="108">
                  <c:v>2013</c:v>
                </c:pt>
                <c:pt idx="109">
                  <c:v>2013</c:v>
                </c:pt>
                <c:pt idx="110">
                  <c:v>2013</c:v>
                </c:pt>
                <c:pt idx="111">
                  <c:v>2013</c:v>
                </c:pt>
                <c:pt idx="112">
                  <c:v>2013</c:v>
                </c:pt>
                <c:pt idx="113">
                  <c:v>2013</c:v>
                </c:pt>
                <c:pt idx="114">
                  <c:v>2013</c:v>
                </c:pt>
                <c:pt idx="115">
                  <c:v>2013</c:v>
                </c:pt>
                <c:pt idx="116">
                  <c:v>2013</c:v>
                </c:pt>
                <c:pt idx="117">
                  <c:v>2013</c:v>
                </c:pt>
                <c:pt idx="118">
                  <c:v>2013</c:v>
                </c:pt>
                <c:pt idx="119">
                  <c:v>2013</c:v>
                </c:pt>
                <c:pt idx="120">
                  <c:v>2013</c:v>
                </c:pt>
                <c:pt idx="121">
                  <c:v>2013</c:v>
                </c:pt>
                <c:pt idx="122">
                  <c:v>2013</c:v>
                </c:pt>
                <c:pt idx="123">
                  <c:v>2013</c:v>
                </c:pt>
                <c:pt idx="124">
                  <c:v>2013</c:v>
                </c:pt>
                <c:pt idx="125">
                  <c:v>2013</c:v>
                </c:pt>
                <c:pt idx="126">
                  <c:v>2013</c:v>
                </c:pt>
                <c:pt idx="127">
                  <c:v>2013</c:v>
                </c:pt>
                <c:pt idx="128">
                  <c:v>2013</c:v>
                </c:pt>
                <c:pt idx="129">
                  <c:v>2013</c:v>
                </c:pt>
                <c:pt idx="130">
                  <c:v>2013</c:v>
                </c:pt>
                <c:pt idx="131">
                  <c:v>2013</c:v>
                </c:pt>
                <c:pt idx="132">
                  <c:v>2013</c:v>
                </c:pt>
                <c:pt idx="133">
                  <c:v>2013</c:v>
                </c:pt>
                <c:pt idx="134">
                  <c:v>2013</c:v>
                </c:pt>
                <c:pt idx="135">
                  <c:v>2013</c:v>
                </c:pt>
                <c:pt idx="136">
                  <c:v>2013</c:v>
                </c:pt>
                <c:pt idx="137">
                  <c:v>2013</c:v>
                </c:pt>
                <c:pt idx="138">
                  <c:v>2013</c:v>
                </c:pt>
                <c:pt idx="139">
                  <c:v>2013</c:v>
                </c:pt>
                <c:pt idx="140">
                  <c:v>2013</c:v>
                </c:pt>
                <c:pt idx="141">
                  <c:v>2013</c:v>
                </c:pt>
                <c:pt idx="142">
                  <c:v>2013</c:v>
                </c:pt>
                <c:pt idx="143">
                  <c:v>2013</c:v>
                </c:pt>
                <c:pt idx="144">
                  <c:v>2013</c:v>
                </c:pt>
                <c:pt idx="145">
                  <c:v>2013</c:v>
                </c:pt>
                <c:pt idx="146">
                  <c:v>2013</c:v>
                </c:pt>
                <c:pt idx="147">
                  <c:v>2013</c:v>
                </c:pt>
                <c:pt idx="148">
                  <c:v>2013</c:v>
                </c:pt>
                <c:pt idx="149">
                  <c:v>2013</c:v>
                </c:pt>
                <c:pt idx="150">
                  <c:v>2013</c:v>
                </c:pt>
                <c:pt idx="151">
                  <c:v>2013</c:v>
                </c:pt>
                <c:pt idx="152">
                  <c:v>2013</c:v>
                </c:pt>
                <c:pt idx="153">
                  <c:v>2014</c:v>
                </c:pt>
                <c:pt idx="154">
                  <c:v>2014</c:v>
                </c:pt>
                <c:pt idx="155">
                  <c:v>2014</c:v>
                </c:pt>
                <c:pt idx="156">
                  <c:v>2014</c:v>
                </c:pt>
                <c:pt idx="157">
                  <c:v>2014</c:v>
                </c:pt>
                <c:pt idx="158">
                  <c:v>2014</c:v>
                </c:pt>
                <c:pt idx="159">
                  <c:v>2014</c:v>
                </c:pt>
                <c:pt idx="160">
                  <c:v>2014</c:v>
                </c:pt>
                <c:pt idx="161">
                  <c:v>2014</c:v>
                </c:pt>
                <c:pt idx="162">
                  <c:v>2014</c:v>
                </c:pt>
                <c:pt idx="163">
                  <c:v>2014</c:v>
                </c:pt>
                <c:pt idx="164">
                  <c:v>2014</c:v>
                </c:pt>
                <c:pt idx="165">
                  <c:v>2014</c:v>
                </c:pt>
                <c:pt idx="166">
                  <c:v>2014</c:v>
                </c:pt>
                <c:pt idx="167">
                  <c:v>2014</c:v>
                </c:pt>
                <c:pt idx="168">
                  <c:v>2014</c:v>
                </c:pt>
                <c:pt idx="169">
                  <c:v>2014</c:v>
                </c:pt>
                <c:pt idx="170">
                  <c:v>2014</c:v>
                </c:pt>
                <c:pt idx="171">
                  <c:v>2014</c:v>
                </c:pt>
                <c:pt idx="172">
                  <c:v>2014</c:v>
                </c:pt>
                <c:pt idx="173">
                  <c:v>2014</c:v>
                </c:pt>
                <c:pt idx="174">
                  <c:v>2014</c:v>
                </c:pt>
                <c:pt idx="175">
                  <c:v>2014</c:v>
                </c:pt>
                <c:pt idx="176">
                  <c:v>2014</c:v>
                </c:pt>
                <c:pt idx="177">
                  <c:v>2014</c:v>
                </c:pt>
                <c:pt idx="178">
                  <c:v>2014</c:v>
                </c:pt>
                <c:pt idx="179">
                  <c:v>2014</c:v>
                </c:pt>
                <c:pt idx="180">
                  <c:v>2014</c:v>
                </c:pt>
                <c:pt idx="181">
                  <c:v>2014</c:v>
                </c:pt>
                <c:pt idx="182">
                  <c:v>2014</c:v>
                </c:pt>
                <c:pt idx="183">
                  <c:v>2014</c:v>
                </c:pt>
                <c:pt idx="184">
                  <c:v>2014</c:v>
                </c:pt>
                <c:pt idx="185">
                  <c:v>2014</c:v>
                </c:pt>
                <c:pt idx="186">
                  <c:v>2014</c:v>
                </c:pt>
                <c:pt idx="187">
                  <c:v>2014</c:v>
                </c:pt>
                <c:pt idx="188">
                  <c:v>2014</c:v>
                </c:pt>
                <c:pt idx="189">
                  <c:v>2014</c:v>
                </c:pt>
                <c:pt idx="190">
                  <c:v>2014</c:v>
                </c:pt>
                <c:pt idx="191">
                  <c:v>2014</c:v>
                </c:pt>
                <c:pt idx="192">
                  <c:v>2014</c:v>
                </c:pt>
                <c:pt idx="193">
                  <c:v>2014</c:v>
                </c:pt>
                <c:pt idx="194">
                  <c:v>2014</c:v>
                </c:pt>
                <c:pt idx="195">
                  <c:v>2014</c:v>
                </c:pt>
                <c:pt idx="196">
                  <c:v>2014</c:v>
                </c:pt>
                <c:pt idx="197">
                  <c:v>2014</c:v>
                </c:pt>
                <c:pt idx="198">
                  <c:v>2014</c:v>
                </c:pt>
                <c:pt idx="199">
                  <c:v>2014</c:v>
                </c:pt>
                <c:pt idx="200">
                  <c:v>2014</c:v>
                </c:pt>
                <c:pt idx="201">
                  <c:v>2014</c:v>
                </c:pt>
                <c:pt idx="202">
                  <c:v>2014</c:v>
                </c:pt>
                <c:pt idx="203">
                  <c:v>2014</c:v>
                </c:pt>
                <c:pt idx="204">
                  <c:v>2015</c:v>
                </c:pt>
                <c:pt idx="205">
                  <c:v>2015</c:v>
                </c:pt>
                <c:pt idx="206">
                  <c:v>2015</c:v>
                </c:pt>
                <c:pt idx="207">
                  <c:v>2015</c:v>
                </c:pt>
                <c:pt idx="208">
                  <c:v>2015</c:v>
                </c:pt>
                <c:pt idx="209">
                  <c:v>2015</c:v>
                </c:pt>
                <c:pt idx="210">
                  <c:v>2015</c:v>
                </c:pt>
                <c:pt idx="211">
                  <c:v>2015</c:v>
                </c:pt>
                <c:pt idx="212">
                  <c:v>2015</c:v>
                </c:pt>
                <c:pt idx="213">
                  <c:v>2015</c:v>
                </c:pt>
                <c:pt idx="214">
                  <c:v>2015</c:v>
                </c:pt>
                <c:pt idx="215">
                  <c:v>2015</c:v>
                </c:pt>
                <c:pt idx="216">
                  <c:v>2015</c:v>
                </c:pt>
                <c:pt idx="217">
                  <c:v>2015</c:v>
                </c:pt>
                <c:pt idx="218">
                  <c:v>2015</c:v>
                </c:pt>
                <c:pt idx="219">
                  <c:v>2015</c:v>
                </c:pt>
                <c:pt idx="220">
                  <c:v>2015</c:v>
                </c:pt>
                <c:pt idx="221">
                  <c:v>2015</c:v>
                </c:pt>
                <c:pt idx="222">
                  <c:v>2015</c:v>
                </c:pt>
                <c:pt idx="223">
                  <c:v>2015</c:v>
                </c:pt>
                <c:pt idx="224">
                  <c:v>2015</c:v>
                </c:pt>
                <c:pt idx="225">
                  <c:v>2015</c:v>
                </c:pt>
                <c:pt idx="226">
                  <c:v>2015</c:v>
                </c:pt>
                <c:pt idx="227">
                  <c:v>2015</c:v>
                </c:pt>
                <c:pt idx="228">
                  <c:v>2015</c:v>
                </c:pt>
                <c:pt idx="229">
                  <c:v>2015</c:v>
                </c:pt>
                <c:pt idx="230">
                  <c:v>2015</c:v>
                </c:pt>
                <c:pt idx="231">
                  <c:v>2015</c:v>
                </c:pt>
                <c:pt idx="232">
                  <c:v>2015</c:v>
                </c:pt>
                <c:pt idx="233">
                  <c:v>2015</c:v>
                </c:pt>
                <c:pt idx="234">
                  <c:v>2015</c:v>
                </c:pt>
                <c:pt idx="235">
                  <c:v>2015</c:v>
                </c:pt>
                <c:pt idx="236">
                  <c:v>2015</c:v>
                </c:pt>
                <c:pt idx="237">
                  <c:v>2015</c:v>
                </c:pt>
                <c:pt idx="238">
                  <c:v>2015</c:v>
                </c:pt>
                <c:pt idx="239">
                  <c:v>2015</c:v>
                </c:pt>
                <c:pt idx="240">
                  <c:v>2015</c:v>
                </c:pt>
                <c:pt idx="241">
                  <c:v>2015</c:v>
                </c:pt>
                <c:pt idx="242">
                  <c:v>2015</c:v>
                </c:pt>
                <c:pt idx="243">
                  <c:v>2015</c:v>
                </c:pt>
                <c:pt idx="244">
                  <c:v>2015</c:v>
                </c:pt>
                <c:pt idx="245">
                  <c:v>2015</c:v>
                </c:pt>
                <c:pt idx="246">
                  <c:v>2015</c:v>
                </c:pt>
                <c:pt idx="247">
                  <c:v>2015</c:v>
                </c:pt>
                <c:pt idx="248">
                  <c:v>2015</c:v>
                </c:pt>
                <c:pt idx="249">
                  <c:v>2015</c:v>
                </c:pt>
                <c:pt idx="250">
                  <c:v>2015</c:v>
                </c:pt>
                <c:pt idx="251">
                  <c:v>2015</c:v>
                </c:pt>
                <c:pt idx="252">
                  <c:v>2015</c:v>
                </c:pt>
                <c:pt idx="253">
                  <c:v>2015</c:v>
                </c:pt>
                <c:pt idx="254">
                  <c:v>2015</c:v>
                </c:pt>
                <c:pt idx="255">
                  <c:v>2016</c:v>
                </c:pt>
                <c:pt idx="256">
                  <c:v>2016</c:v>
                </c:pt>
                <c:pt idx="257">
                  <c:v>2016</c:v>
                </c:pt>
                <c:pt idx="258">
                  <c:v>2016</c:v>
                </c:pt>
                <c:pt idx="259">
                  <c:v>2016</c:v>
                </c:pt>
                <c:pt idx="260">
                  <c:v>2016</c:v>
                </c:pt>
                <c:pt idx="261">
                  <c:v>2016</c:v>
                </c:pt>
                <c:pt idx="262">
                  <c:v>2016</c:v>
                </c:pt>
                <c:pt idx="263">
                  <c:v>2016</c:v>
                </c:pt>
                <c:pt idx="264">
                  <c:v>2016</c:v>
                </c:pt>
                <c:pt idx="265">
                  <c:v>2016</c:v>
                </c:pt>
                <c:pt idx="266">
                  <c:v>2016</c:v>
                </c:pt>
                <c:pt idx="267">
                  <c:v>2016</c:v>
                </c:pt>
                <c:pt idx="268">
                  <c:v>2016</c:v>
                </c:pt>
                <c:pt idx="269">
                  <c:v>2016</c:v>
                </c:pt>
                <c:pt idx="270">
                  <c:v>2016</c:v>
                </c:pt>
                <c:pt idx="271">
                  <c:v>2016</c:v>
                </c:pt>
                <c:pt idx="272">
                  <c:v>2016</c:v>
                </c:pt>
                <c:pt idx="273">
                  <c:v>2016</c:v>
                </c:pt>
                <c:pt idx="274">
                  <c:v>2016</c:v>
                </c:pt>
                <c:pt idx="275">
                  <c:v>2016</c:v>
                </c:pt>
                <c:pt idx="276">
                  <c:v>2016</c:v>
                </c:pt>
                <c:pt idx="277">
                  <c:v>2016</c:v>
                </c:pt>
                <c:pt idx="278">
                  <c:v>2016</c:v>
                </c:pt>
                <c:pt idx="279">
                  <c:v>2016</c:v>
                </c:pt>
                <c:pt idx="280">
                  <c:v>2016</c:v>
                </c:pt>
                <c:pt idx="281">
                  <c:v>2016</c:v>
                </c:pt>
                <c:pt idx="282">
                  <c:v>2016</c:v>
                </c:pt>
                <c:pt idx="283">
                  <c:v>2016</c:v>
                </c:pt>
                <c:pt idx="284">
                  <c:v>2016</c:v>
                </c:pt>
                <c:pt idx="285">
                  <c:v>2016</c:v>
                </c:pt>
                <c:pt idx="286">
                  <c:v>2016</c:v>
                </c:pt>
                <c:pt idx="287">
                  <c:v>2016</c:v>
                </c:pt>
                <c:pt idx="288">
                  <c:v>2016</c:v>
                </c:pt>
                <c:pt idx="289">
                  <c:v>2016</c:v>
                </c:pt>
                <c:pt idx="290">
                  <c:v>2016</c:v>
                </c:pt>
                <c:pt idx="291">
                  <c:v>2016</c:v>
                </c:pt>
                <c:pt idx="292">
                  <c:v>2016</c:v>
                </c:pt>
                <c:pt idx="293">
                  <c:v>2016</c:v>
                </c:pt>
                <c:pt idx="294">
                  <c:v>2016</c:v>
                </c:pt>
                <c:pt idx="295">
                  <c:v>2016</c:v>
                </c:pt>
                <c:pt idx="296">
                  <c:v>2016</c:v>
                </c:pt>
                <c:pt idx="297">
                  <c:v>2016</c:v>
                </c:pt>
                <c:pt idx="298">
                  <c:v>2016</c:v>
                </c:pt>
                <c:pt idx="299">
                  <c:v>2016</c:v>
                </c:pt>
                <c:pt idx="300">
                  <c:v>2016</c:v>
                </c:pt>
                <c:pt idx="301">
                  <c:v>2016</c:v>
                </c:pt>
                <c:pt idx="302">
                  <c:v>2016</c:v>
                </c:pt>
                <c:pt idx="303">
                  <c:v>2016</c:v>
                </c:pt>
                <c:pt idx="304">
                  <c:v>2016</c:v>
                </c:pt>
                <c:pt idx="305">
                  <c:v>2016</c:v>
                </c:pt>
                <c:pt idx="306">
                  <c:v>2017</c:v>
                </c:pt>
                <c:pt idx="307">
                  <c:v>2017</c:v>
                </c:pt>
                <c:pt idx="308">
                  <c:v>2017</c:v>
                </c:pt>
                <c:pt idx="309">
                  <c:v>2017</c:v>
                </c:pt>
                <c:pt idx="310">
                  <c:v>2017</c:v>
                </c:pt>
                <c:pt idx="311">
                  <c:v>2017</c:v>
                </c:pt>
                <c:pt idx="312">
                  <c:v>2017</c:v>
                </c:pt>
                <c:pt idx="313">
                  <c:v>2017</c:v>
                </c:pt>
                <c:pt idx="314">
                  <c:v>2017</c:v>
                </c:pt>
                <c:pt idx="315">
                  <c:v>2017</c:v>
                </c:pt>
                <c:pt idx="316">
                  <c:v>2017</c:v>
                </c:pt>
                <c:pt idx="317">
                  <c:v>2017</c:v>
                </c:pt>
                <c:pt idx="318">
                  <c:v>2017</c:v>
                </c:pt>
                <c:pt idx="319">
                  <c:v>2017</c:v>
                </c:pt>
                <c:pt idx="320">
                  <c:v>2017</c:v>
                </c:pt>
                <c:pt idx="321">
                  <c:v>2017</c:v>
                </c:pt>
                <c:pt idx="322">
                  <c:v>2017</c:v>
                </c:pt>
                <c:pt idx="323">
                  <c:v>2017</c:v>
                </c:pt>
                <c:pt idx="324">
                  <c:v>2017</c:v>
                </c:pt>
                <c:pt idx="325">
                  <c:v>2017</c:v>
                </c:pt>
                <c:pt idx="326">
                  <c:v>2017</c:v>
                </c:pt>
                <c:pt idx="327">
                  <c:v>2017</c:v>
                </c:pt>
                <c:pt idx="328">
                  <c:v>2017</c:v>
                </c:pt>
                <c:pt idx="329">
                  <c:v>2017</c:v>
                </c:pt>
                <c:pt idx="330">
                  <c:v>2017</c:v>
                </c:pt>
                <c:pt idx="331">
                  <c:v>2017</c:v>
                </c:pt>
                <c:pt idx="332">
                  <c:v>2017</c:v>
                </c:pt>
                <c:pt idx="333">
                  <c:v>2017</c:v>
                </c:pt>
                <c:pt idx="334">
                  <c:v>2017</c:v>
                </c:pt>
                <c:pt idx="335">
                  <c:v>2017</c:v>
                </c:pt>
                <c:pt idx="336">
                  <c:v>2017</c:v>
                </c:pt>
                <c:pt idx="337">
                  <c:v>2017</c:v>
                </c:pt>
                <c:pt idx="338">
                  <c:v>2017</c:v>
                </c:pt>
                <c:pt idx="339">
                  <c:v>2017</c:v>
                </c:pt>
                <c:pt idx="340">
                  <c:v>2017</c:v>
                </c:pt>
                <c:pt idx="341">
                  <c:v>2017</c:v>
                </c:pt>
                <c:pt idx="342">
                  <c:v>2017</c:v>
                </c:pt>
                <c:pt idx="343">
                  <c:v>2017</c:v>
                </c:pt>
                <c:pt idx="344">
                  <c:v>2017</c:v>
                </c:pt>
                <c:pt idx="345">
                  <c:v>2017</c:v>
                </c:pt>
                <c:pt idx="346">
                  <c:v>2017</c:v>
                </c:pt>
                <c:pt idx="347">
                  <c:v>2017</c:v>
                </c:pt>
                <c:pt idx="348">
                  <c:v>2017</c:v>
                </c:pt>
                <c:pt idx="349">
                  <c:v>2017</c:v>
                </c:pt>
                <c:pt idx="350">
                  <c:v>2017</c:v>
                </c:pt>
                <c:pt idx="351">
                  <c:v>2017</c:v>
                </c:pt>
                <c:pt idx="352">
                  <c:v>2017</c:v>
                </c:pt>
                <c:pt idx="353">
                  <c:v>2017</c:v>
                </c:pt>
                <c:pt idx="354">
                  <c:v>2017</c:v>
                </c:pt>
                <c:pt idx="355">
                  <c:v>2017</c:v>
                </c:pt>
                <c:pt idx="356">
                  <c:v>2017</c:v>
                </c:pt>
                <c:pt idx="357">
                  <c:v>2017</c:v>
                </c:pt>
                <c:pt idx="358">
                  <c:v>2018</c:v>
                </c:pt>
                <c:pt idx="359">
                  <c:v>2018</c:v>
                </c:pt>
                <c:pt idx="360">
                  <c:v>2018</c:v>
                </c:pt>
                <c:pt idx="361">
                  <c:v>2018</c:v>
                </c:pt>
                <c:pt idx="362">
                  <c:v>2018</c:v>
                </c:pt>
                <c:pt idx="363">
                  <c:v>2018</c:v>
                </c:pt>
                <c:pt idx="364">
                  <c:v>2018</c:v>
                </c:pt>
                <c:pt idx="365">
                  <c:v>2018</c:v>
                </c:pt>
                <c:pt idx="366">
                  <c:v>2018</c:v>
                </c:pt>
                <c:pt idx="367">
                  <c:v>2018</c:v>
                </c:pt>
                <c:pt idx="368">
                  <c:v>2018</c:v>
                </c:pt>
                <c:pt idx="369">
                  <c:v>2018</c:v>
                </c:pt>
                <c:pt idx="370">
                  <c:v>2018</c:v>
                </c:pt>
                <c:pt idx="371">
                  <c:v>2018</c:v>
                </c:pt>
                <c:pt idx="372">
                  <c:v>2018</c:v>
                </c:pt>
                <c:pt idx="373">
                  <c:v>2018</c:v>
                </c:pt>
                <c:pt idx="374">
                  <c:v>2018</c:v>
                </c:pt>
                <c:pt idx="375">
                  <c:v>2018</c:v>
                </c:pt>
                <c:pt idx="376">
                  <c:v>2018</c:v>
                </c:pt>
                <c:pt idx="377">
                  <c:v>2018</c:v>
                </c:pt>
                <c:pt idx="378">
                  <c:v>2018</c:v>
                </c:pt>
                <c:pt idx="379">
                  <c:v>2018</c:v>
                </c:pt>
                <c:pt idx="380">
                  <c:v>2018</c:v>
                </c:pt>
                <c:pt idx="381">
                  <c:v>2018</c:v>
                </c:pt>
                <c:pt idx="382">
                  <c:v>2018</c:v>
                </c:pt>
                <c:pt idx="383">
                  <c:v>2018</c:v>
                </c:pt>
                <c:pt idx="384">
                  <c:v>2018</c:v>
                </c:pt>
                <c:pt idx="385">
                  <c:v>2018</c:v>
                </c:pt>
                <c:pt idx="386">
                  <c:v>2018</c:v>
                </c:pt>
                <c:pt idx="387">
                  <c:v>2018</c:v>
                </c:pt>
                <c:pt idx="388">
                  <c:v>2018</c:v>
                </c:pt>
                <c:pt idx="389">
                  <c:v>2018</c:v>
                </c:pt>
                <c:pt idx="390">
                  <c:v>2018</c:v>
                </c:pt>
                <c:pt idx="391">
                  <c:v>2018</c:v>
                </c:pt>
                <c:pt idx="392">
                  <c:v>2018</c:v>
                </c:pt>
                <c:pt idx="393">
                  <c:v>2018</c:v>
                </c:pt>
                <c:pt idx="394">
                  <c:v>2018</c:v>
                </c:pt>
                <c:pt idx="395">
                  <c:v>2018</c:v>
                </c:pt>
                <c:pt idx="396">
                  <c:v>2018</c:v>
                </c:pt>
                <c:pt idx="397">
                  <c:v>2018</c:v>
                </c:pt>
                <c:pt idx="398">
                  <c:v>2018</c:v>
                </c:pt>
                <c:pt idx="399">
                  <c:v>2018</c:v>
                </c:pt>
                <c:pt idx="400">
                  <c:v>2018</c:v>
                </c:pt>
                <c:pt idx="401">
                  <c:v>2018</c:v>
                </c:pt>
                <c:pt idx="402">
                  <c:v>2018</c:v>
                </c:pt>
                <c:pt idx="403">
                  <c:v>2018</c:v>
                </c:pt>
                <c:pt idx="404">
                  <c:v>2018</c:v>
                </c:pt>
                <c:pt idx="405">
                  <c:v>2018</c:v>
                </c:pt>
                <c:pt idx="406">
                  <c:v>2018</c:v>
                </c:pt>
                <c:pt idx="407">
                  <c:v>2018</c:v>
                </c:pt>
                <c:pt idx="408">
                  <c:v>2018</c:v>
                </c:pt>
                <c:pt idx="409">
                  <c:v>2018</c:v>
                </c:pt>
                <c:pt idx="410">
                  <c:v>2018</c:v>
                </c:pt>
                <c:pt idx="411">
                  <c:v>2019</c:v>
                </c:pt>
                <c:pt idx="412">
                  <c:v>2019</c:v>
                </c:pt>
                <c:pt idx="413">
                  <c:v>2019</c:v>
                </c:pt>
                <c:pt idx="414">
                  <c:v>2019</c:v>
                </c:pt>
                <c:pt idx="415">
                  <c:v>2019</c:v>
                </c:pt>
                <c:pt idx="416">
                  <c:v>2019</c:v>
                </c:pt>
                <c:pt idx="417">
                  <c:v>2019</c:v>
                </c:pt>
                <c:pt idx="418">
                  <c:v>2019</c:v>
                </c:pt>
                <c:pt idx="419">
                  <c:v>2019</c:v>
                </c:pt>
                <c:pt idx="420">
                  <c:v>2019</c:v>
                </c:pt>
                <c:pt idx="421">
                  <c:v>2019</c:v>
                </c:pt>
                <c:pt idx="422">
                  <c:v>2019</c:v>
                </c:pt>
                <c:pt idx="423">
                  <c:v>2019</c:v>
                </c:pt>
                <c:pt idx="424">
                  <c:v>2019</c:v>
                </c:pt>
                <c:pt idx="425">
                  <c:v>2019</c:v>
                </c:pt>
                <c:pt idx="426">
                  <c:v>2019</c:v>
                </c:pt>
                <c:pt idx="427">
                  <c:v>2019</c:v>
                </c:pt>
                <c:pt idx="428">
                  <c:v>2019</c:v>
                </c:pt>
                <c:pt idx="429">
                  <c:v>2019</c:v>
                </c:pt>
                <c:pt idx="430">
                  <c:v>2019</c:v>
                </c:pt>
                <c:pt idx="431">
                  <c:v>2019</c:v>
                </c:pt>
                <c:pt idx="432">
                  <c:v>2019</c:v>
                </c:pt>
                <c:pt idx="433">
                  <c:v>2019</c:v>
                </c:pt>
                <c:pt idx="434">
                  <c:v>2019</c:v>
                </c:pt>
                <c:pt idx="435">
                  <c:v>2019</c:v>
                </c:pt>
                <c:pt idx="436">
                  <c:v>2019</c:v>
                </c:pt>
                <c:pt idx="437">
                  <c:v>2019</c:v>
                </c:pt>
                <c:pt idx="438">
                  <c:v>2019</c:v>
                </c:pt>
                <c:pt idx="439">
                  <c:v>2019</c:v>
                </c:pt>
                <c:pt idx="440">
                  <c:v>2019</c:v>
                </c:pt>
                <c:pt idx="441">
                  <c:v>2019</c:v>
                </c:pt>
                <c:pt idx="442">
                  <c:v>2019</c:v>
                </c:pt>
                <c:pt idx="443">
                  <c:v>2019</c:v>
                </c:pt>
                <c:pt idx="444">
                  <c:v>2019</c:v>
                </c:pt>
                <c:pt idx="445">
                  <c:v>2019</c:v>
                </c:pt>
                <c:pt idx="446">
                  <c:v>2019</c:v>
                </c:pt>
                <c:pt idx="447">
                  <c:v>2019</c:v>
                </c:pt>
                <c:pt idx="448">
                  <c:v>2019</c:v>
                </c:pt>
                <c:pt idx="449">
                  <c:v>2019</c:v>
                </c:pt>
                <c:pt idx="450">
                  <c:v>2019</c:v>
                </c:pt>
                <c:pt idx="451">
                  <c:v>2019</c:v>
                </c:pt>
                <c:pt idx="452">
                  <c:v>2019</c:v>
                </c:pt>
                <c:pt idx="453">
                  <c:v>2019</c:v>
                </c:pt>
                <c:pt idx="454">
                  <c:v>2019</c:v>
                </c:pt>
                <c:pt idx="455">
                  <c:v>2019</c:v>
                </c:pt>
                <c:pt idx="456">
                  <c:v>2019</c:v>
                </c:pt>
                <c:pt idx="457">
                  <c:v>2019</c:v>
                </c:pt>
                <c:pt idx="458">
                  <c:v>2019</c:v>
                </c:pt>
                <c:pt idx="459">
                  <c:v>2019</c:v>
                </c:pt>
                <c:pt idx="460">
                  <c:v>2019</c:v>
                </c:pt>
                <c:pt idx="461">
                  <c:v>2019</c:v>
                </c:pt>
                <c:pt idx="462">
                  <c:v>2019</c:v>
                </c:pt>
                <c:pt idx="463">
                  <c:v>2020</c:v>
                </c:pt>
                <c:pt idx="464">
                  <c:v>2020</c:v>
                </c:pt>
                <c:pt idx="465">
                  <c:v>2020</c:v>
                </c:pt>
                <c:pt idx="466">
                  <c:v>2020</c:v>
                </c:pt>
                <c:pt idx="467">
                  <c:v>2020</c:v>
                </c:pt>
                <c:pt idx="468">
                  <c:v>2020</c:v>
                </c:pt>
                <c:pt idx="469">
                  <c:v>2020</c:v>
                </c:pt>
                <c:pt idx="470">
                  <c:v>2020</c:v>
                </c:pt>
                <c:pt idx="471">
                  <c:v>2020</c:v>
                </c:pt>
                <c:pt idx="472">
                  <c:v>2020</c:v>
                </c:pt>
                <c:pt idx="473">
                  <c:v>2020</c:v>
                </c:pt>
                <c:pt idx="474">
                  <c:v>2020</c:v>
                </c:pt>
                <c:pt idx="475">
                  <c:v>2020</c:v>
                </c:pt>
                <c:pt idx="476">
                  <c:v>2020</c:v>
                </c:pt>
                <c:pt idx="477">
                  <c:v>2020</c:v>
                </c:pt>
                <c:pt idx="478">
                  <c:v>2020</c:v>
                </c:pt>
                <c:pt idx="479">
                  <c:v>2020</c:v>
                </c:pt>
                <c:pt idx="480">
                  <c:v>2020</c:v>
                </c:pt>
                <c:pt idx="481">
                  <c:v>2020</c:v>
                </c:pt>
                <c:pt idx="482">
                  <c:v>2020</c:v>
                </c:pt>
                <c:pt idx="483">
                  <c:v>2020</c:v>
                </c:pt>
                <c:pt idx="484">
                  <c:v>2020</c:v>
                </c:pt>
                <c:pt idx="485">
                  <c:v>2020</c:v>
                </c:pt>
                <c:pt idx="486">
                  <c:v>2020</c:v>
                </c:pt>
                <c:pt idx="487">
                  <c:v>2020</c:v>
                </c:pt>
                <c:pt idx="488">
                  <c:v>2020</c:v>
                </c:pt>
                <c:pt idx="489">
                  <c:v>2020</c:v>
                </c:pt>
                <c:pt idx="490">
                  <c:v>2020</c:v>
                </c:pt>
                <c:pt idx="491">
                  <c:v>2020</c:v>
                </c:pt>
                <c:pt idx="492">
                  <c:v>2020</c:v>
                </c:pt>
                <c:pt idx="493">
                  <c:v>2020</c:v>
                </c:pt>
                <c:pt idx="494">
                  <c:v>2020</c:v>
                </c:pt>
                <c:pt idx="495">
                  <c:v>2020</c:v>
                </c:pt>
                <c:pt idx="496">
                  <c:v>2020</c:v>
                </c:pt>
                <c:pt idx="497">
                  <c:v>2020</c:v>
                </c:pt>
                <c:pt idx="498">
                  <c:v>2020</c:v>
                </c:pt>
                <c:pt idx="499">
                  <c:v>2020</c:v>
                </c:pt>
                <c:pt idx="500">
                  <c:v>2020</c:v>
                </c:pt>
                <c:pt idx="501">
                  <c:v>2020</c:v>
                </c:pt>
                <c:pt idx="502">
                  <c:v>2020</c:v>
                </c:pt>
                <c:pt idx="503">
                  <c:v>2020</c:v>
                </c:pt>
                <c:pt idx="504">
                  <c:v>2020</c:v>
                </c:pt>
                <c:pt idx="505">
                  <c:v>2020</c:v>
                </c:pt>
                <c:pt idx="506">
                  <c:v>2020</c:v>
                </c:pt>
                <c:pt idx="507">
                  <c:v>2020</c:v>
                </c:pt>
                <c:pt idx="508">
                  <c:v>2020</c:v>
                </c:pt>
                <c:pt idx="509">
                  <c:v>2020</c:v>
                </c:pt>
                <c:pt idx="510">
                  <c:v>2020</c:v>
                </c:pt>
                <c:pt idx="511">
                  <c:v>2020</c:v>
                </c:pt>
                <c:pt idx="512">
                  <c:v>2020</c:v>
                </c:pt>
                <c:pt idx="513">
                  <c:v>2020</c:v>
                </c:pt>
                <c:pt idx="514">
                  <c:v>2020</c:v>
                </c:pt>
                <c:pt idx="515">
                  <c:v>2021</c:v>
                </c:pt>
                <c:pt idx="516">
                  <c:v>2021</c:v>
                </c:pt>
                <c:pt idx="517">
                  <c:v>2021</c:v>
                </c:pt>
                <c:pt idx="518">
                  <c:v>2021</c:v>
                </c:pt>
                <c:pt idx="519">
                  <c:v>2021</c:v>
                </c:pt>
                <c:pt idx="520">
                  <c:v>2021</c:v>
                </c:pt>
                <c:pt idx="521">
                  <c:v>2021</c:v>
                </c:pt>
                <c:pt idx="522">
                  <c:v>2021</c:v>
                </c:pt>
                <c:pt idx="523">
                  <c:v>2021</c:v>
                </c:pt>
                <c:pt idx="524">
                  <c:v>2021</c:v>
                </c:pt>
                <c:pt idx="525">
                  <c:v>2021</c:v>
                </c:pt>
                <c:pt idx="526">
                  <c:v>2021</c:v>
                </c:pt>
                <c:pt idx="527">
                  <c:v>2021</c:v>
                </c:pt>
                <c:pt idx="528">
                  <c:v>2021</c:v>
                </c:pt>
                <c:pt idx="529">
                  <c:v>2021</c:v>
                </c:pt>
                <c:pt idx="530">
                  <c:v>2021</c:v>
                </c:pt>
                <c:pt idx="531">
                  <c:v>2021</c:v>
                </c:pt>
                <c:pt idx="532">
                  <c:v>2021</c:v>
                </c:pt>
                <c:pt idx="533">
                  <c:v>2021</c:v>
                </c:pt>
                <c:pt idx="534">
                  <c:v>2021</c:v>
                </c:pt>
                <c:pt idx="535">
                  <c:v>2021</c:v>
                </c:pt>
                <c:pt idx="536">
                  <c:v>2021</c:v>
                </c:pt>
                <c:pt idx="537">
                  <c:v>2021</c:v>
                </c:pt>
                <c:pt idx="538">
                  <c:v>2021</c:v>
                </c:pt>
                <c:pt idx="539">
                  <c:v>2021</c:v>
                </c:pt>
                <c:pt idx="540">
                  <c:v>2021</c:v>
                </c:pt>
                <c:pt idx="541">
                  <c:v>2021</c:v>
                </c:pt>
                <c:pt idx="542">
                  <c:v>2021</c:v>
                </c:pt>
                <c:pt idx="543">
                  <c:v>2021</c:v>
                </c:pt>
                <c:pt idx="544">
                  <c:v>2021</c:v>
                </c:pt>
                <c:pt idx="545">
                  <c:v>2021</c:v>
                </c:pt>
                <c:pt idx="546">
                  <c:v>2021</c:v>
                </c:pt>
                <c:pt idx="547">
                  <c:v>2021</c:v>
                </c:pt>
                <c:pt idx="548">
                  <c:v>2021</c:v>
                </c:pt>
                <c:pt idx="549">
                  <c:v>2021</c:v>
                </c:pt>
                <c:pt idx="550">
                  <c:v>2021</c:v>
                </c:pt>
                <c:pt idx="551">
                  <c:v>2021</c:v>
                </c:pt>
                <c:pt idx="552">
                  <c:v>2021</c:v>
                </c:pt>
                <c:pt idx="553">
                  <c:v>2021</c:v>
                </c:pt>
                <c:pt idx="554">
                  <c:v>2021</c:v>
                </c:pt>
                <c:pt idx="555">
                  <c:v>2021</c:v>
                </c:pt>
                <c:pt idx="556">
                  <c:v>2021</c:v>
                </c:pt>
                <c:pt idx="557">
                  <c:v>2021</c:v>
                </c:pt>
                <c:pt idx="558">
                  <c:v>2021</c:v>
                </c:pt>
                <c:pt idx="559">
                  <c:v>2021</c:v>
                </c:pt>
                <c:pt idx="560">
                  <c:v>2021</c:v>
                </c:pt>
                <c:pt idx="561">
                  <c:v>2021</c:v>
                </c:pt>
                <c:pt idx="562">
                  <c:v>2021</c:v>
                </c:pt>
                <c:pt idx="563">
                  <c:v>2021</c:v>
                </c:pt>
                <c:pt idx="564">
                  <c:v>2021</c:v>
                </c:pt>
                <c:pt idx="565">
                  <c:v>2021</c:v>
                </c:pt>
                <c:pt idx="566">
                  <c:v>2021</c:v>
                </c:pt>
                <c:pt idx="567">
                  <c:v>2022</c:v>
                </c:pt>
                <c:pt idx="568">
                  <c:v>2022</c:v>
                </c:pt>
                <c:pt idx="569">
                  <c:v>2022</c:v>
                </c:pt>
                <c:pt idx="570">
                  <c:v>2022</c:v>
                </c:pt>
                <c:pt idx="571">
                  <c:v>2022</c:v>
                </c:pt>
                <c:pt idx="572">
                  <c:v>2022</c:v>
                </c:pt>
                <c:pt idx="573">
                  <c:v>2022</c:v>
                </c:pt>
                <c:pt idx="574">
                  <c:v>2022</c:v>
                </c:pt>
                <c:pt idx="575">
                  <c:v>2022</c:v>
                </c:pt>
                <c:pt idx="576">
                  <c:v>2022</c:v>
                </c:pt>
                <c:pt idx="577">
                  <c:v>2022</c:v>
                </c:pt>
                <c:pt idx="578">
                  <c:v>2022</c:v>
                </c:pt>
                <c:pt idx="579">
                  <c:v>2022</c:v>
                </c:pt>
                <c:pt idx="580">
                  <c:v>2022</c:v>
                </c:pt>
                <c:pt idx="581">
                  <c:v>2022</c:v>
                </c:pt>
                <c:pt idx="582">
                  <c:v>2022</c:v>
                </c:pt>
                <c:pt idx="583">
                  <c:v>2022</c:v>
                </c:pt>
                <c:pt idx="584">
                  <c:v>2022</c:v>
                </c:pt>
                <c:pt idx="585">
                  <c:v>2022</c:v>
                </c:pt>
                <c:pt idx="586">
                  <c:v>2022</c:v>
                </c:pt>
                <c:pt idx="587">
                  <c:v>2022</c:v>
                </c:pt>
                <c:pt idx="588">
                  <c:v>2022</c:v>
                </c:pt>
                <c:pt idx="589">
                  <c:v>2022</c:v>
                </c:pt>
                <c:pt idx="590">
                  <c:v>2022</c:v>
                </c:pt>
                <c:pt idx="591">
                  <c:v>2022</c:v>
                </c:pt>
                <c:pt idx="592">
                  <c:v>2022</c:v>
                </c:pt>
                <c:pt idx="593">
                  <c:v>2022</c:v>
                </c:pt>
                <c:pt idx="594">
                  <c:v>2022</c:v>
                </c:pt>
                <c:pt idx="595">
                  <c:v>2022</c:v>
                </c:pt>
                <c:pt idx="596">
                  <c:v>2022</c:v>
                </c:pt>
                <c:pt idx="597">
                  <c:v>2022</c:v>
                </c:pt>
                <c:pt idx="598">
                  <c:v>2022</c:v>
                </c:pt>
                <c:pt idx="599">
                  <c:v>2022</c:v>
                </c:pt>
                <c:pt idx="600">
                  <c:v>2022</c:v>
                </c:pt>
                <c:pt idx="601">
                  <c:v>2022</c:v>
                </c:pt>
                <c:pt idx="602">
                  <c:v>2022</c:v>
                </c:pt>
                <c:pt idx="603">
                  <c:v>2022</c:v>
                </c:pt>
                <c:pt idx="604">
                  <c:v>2022</c:v>
                </c:pt>
                <c:pt idx="605">
                  <c:v>2022</c:v>
                </c:pt>
                <c:pt idx="606">
                  <c:v>2022</c:v>
                </c:pt>
                <c:pt idx="607">
                  <c:v>2022</c:v>
                </c:pt>
                <c:pt idx="608">
                  <c:v>2022</c:v>
                </c:pt>
                <c:pt idx="609">
                  <c:v>2022</c:v>
                </c:pt>
                <c:pt idx="610">
                  <c:v>2022</c:v>
                </c:pt>
                <c:pt idx="611">
                  <c:v>2022</c:v>
                </c:pt>
                <c:pt idx="612">
                  <c:v>2022</c:v>
                </c:pt>
                <c:pt idx="613">
                  <c:v>2022</c:v>
                </c:pt>
                <c:pt idx="614">
                  <c:v>2022</c:v>
                </c:pt>
                <c:pt idx="615">
                  <c:v>2022</c:v>
                </c:pt>
                <c:pt idx="616">
                  <c:v>2022</c:v>
                </c:pt>
                <c:pt idx="617">
                  <c:v>2022</c:v>
                </c:pt>
                <c:pt idx="618">
                  <c:v>2022</c:v>
                </c:pt>
                <c:pt idx="619">
                  <c:v>2023</c:v>
                </c:pt>
                <c:pt idx="620">
                  <c:v>2023</c:v>
                </c:pt>
                <c:pt idx="621">
                  <c:v>2023</c:v>
                </c:pt>
                <c:pt idx="622">
                  <c:v>2023</c:v>
                </c:pt>
                <c:pt idx="623">
                  <c:v>2023</c:v>
                </c:pt>
                <c:pt idx="624">
                  <c:v>2023</c:v>
                </c:pt>
                <c:pt idx="625">
                  <c:v>2023</c:v>
                </c:pt>
                <c:pt idx="626">
                  <c:v>2023</c:v>
                </c:pt>
                <c:pt idx="627">
                  <c:v>2023</c:v>
                </c:pt>
                <c:pt idx="628">
                  <c:v>2023</c:v>
                </c:pt>
                <c:pt idx="629">
                  <c:v>2023</c:v>
                </c:pt>
                <c:pt idx="630">
                  <c:v>2023</c:v>
                </c:pt>
                <c:pt idx="631">
                  <c:v>2023</c:v>
                </c:pt>
                <c:pt idx="632">
                  <c:v>2023</c:v>
                </c:pt>
                <c:pt idx="633">
                  <c:v>2023</c:v>
                </c:pt>
                <c:pt idx="634">
                  <c:v>2023</c:v>
                </c:pt>
                <c:pt idx="635">
                  <c:v>2023</c:v>
                </c:pt>
                <c:pt idx="636">
                  <c:v>2023</c:v>
                </c:pt>
                <c:pt idx="637">
                  <c:v>2023</c:v>
                </c:pt>
                <c:pt idx="638">
                  <c:v>2023</c:v>
                </c:pt>
                <c:pt idx="639">
                  <c:v>2023</c:v>
                </c:pt>
                <c:pt idx="640">
                  <c:v>2023</c:v>
                </c:pt>
                <c:pt idx="641">
                  <c:v>2023</c:v>
                </c:pt>
                <c:pt idx="642">
                  <c:v>2023</c:v>
                </c:pt>
                <c:pt idx="643">
                  <c:v>2023</c:v>
                </c:pt>
                <c:pt idx="644">
                  <c:v>2023</c:v>
                </c:pt>
                <c:pt idx="645">
                  <c:v>2023</c:v>
                </c:pt>
                <c:pt idx="646">
                  <c:v>2023</c:v>
                </c:pt>
                <c:pt idx="647">
                  <c:v>2023</c:v>
                </c:pt>
                <c:pt idx="648">
                  <c:v>2023</c:v>
                </c:pt>
                <c:pt idx="649">
                  <c:v>2023</c:v>
                </c:pt>
                <c:pt idx="650">
                  <c:v>2023</c:v>
                </c:pt>
                <c:pt idx="651">
                  <c:v>2023</c:v>
                </c:pt>
                <c:pt idx="652">
                  <c:v>2023</c:v>
                </c:pt>
                <c:pt idx="653">
                  <c:v>2023</c:v>
                </c:pt>
                <c:pt idx="654">
                  <c:v>2023</c:v>
                </c:pt>
                <c:pt idx="655">
                  <c:v>2023</c:v>
                </c:pt>
                <c:pt idx="656">
                  <c:v>2023</c:v>
                </c:pt>
                <c:pt idx="657">
                  <c:v>2023</c:v>
                </c:pt>
                <c:pt idx="658">
                  <c:v>2023</c:v>
                </c:pt>
                <c:pt idx="659">
                  <c:v>2023</c:v>
                </c:pt>
                <c:pt idx="660">
                  <c:v>2023</c:v>
                </c:pt>
                <c:pt idx="661">
                  <c:v>2023</c:v>
                </c:pt>
                <c:pt idx="662">
                  <c:v>2023</c:v>
                </c:pt>
                <c:pt idx="663">
                  <c:v>2023</c:v>
                </c:pt>
                <c:pt idx="664">
                  <c:v>2023</c:v>
                </c:pt>
                <c:pt idx="665">
                  <c:v>2023</c:v>
                </c:pt>
                <c:pt idx="666">
                  <c:v>2023</c:v>
                </c:pt>
                <c:pt idx="667">
                  <c:v>2023</c:v>
                </c:pt>
                <c:pt idx="668">
                  <c:v>2023</c:v>
                </c:pt>
                <c:pt idx="669">
                  <c:v>2023</c:v>
                </c:pt>
                <c:pt idx="670">
                  <c:v>2023</c:v>
                </c:pt>
                <c:pt idx="671">
                  <c:v>2024</c:v>
                </c:pt>
                <c:pt idx="672">
                  <c:v>2024</c:v>
                </c:pt>
                <c:pt idx="673">
                  <c:v>2024</c:v>
                </c:pt>
                <c:pt idx="674">
                  <c:v>2024</c:v>
                </c:pt>
                <c:pt idx="675">
                  <c:v>2024</c:v>
                </c:pt>
                <c:pt idx="676">
                  <c:v>2024</c:v>
                </c:pt>
                <c:pt idx="677">
                  <c:v>2024</c:v>
                </c:pt>
                <c:pt idx="678">
                  <c:v>2024</c:v>
                </c:pt>
                <c:pt idx="679">
                  <c:v>2024</c:v>
                </c:pt>
                <c:pt idx="680">
                  <c:v>2024</c:v>
                </c:pt>
                <c:pt idx="681">
                  <c:v>2024</c:v>
                </c:pt>
                <c:pt idx="682">
                  <c:v>2024</c:v>
                </c:pt>
                <c:pt idx="683">
                  <c:v>2024</c:v>
                </c:pt>
                <c:pt idx="684">
                  <c:v>2024</c:v>
                </c:pt>
                <c:pt idx="685">
                  <c:v>2024</c:v>
                </c:pt>
                <c:pt idx="686">
                  <c:v>2024</c:v>
                </c:pt>
                <c:pt idx="687">
                  <c:v>2024</c:v>
                </c:pt>
                <c:pt idx="688">
                  <c:v>2024</c:v>
                </c:pt>
                <c:pt idx="689">
                  <c:v>2024</c:v>
                </c:pt>
                <c:pt idx="690">
                  <c:v>2024</c:v>
                </c:pt>
                <c:pt idx="691">
                  <c:v>2024</c:v>
                </c:pt>
                <c:pt idx="692">
                  <c:v>2024</c:v>
                </c:pt>
                <c:pt idx="693">
                  <c:v>2024</c:v>
                </c:pt>
                <c:pt idx="694">
                  <c:v>2024</c:v>
                </c:pt>
                <c:pt idx="695">
                  <c:v>2024</c:v>
                </c:pt>
                <c:pt idx="696">
                  <c:v>2024</c:v>
                </c:pt>
                <c:pt idx="697">
                  <c:v>2024</c:v>
                </c:pt>
                <c:pt idx="698">
                  <c:v>2024</c:v>
                </c:pt>
                <c:pt idx="699">
                  <c:v>2024</c:v>
                </c:pt>
                <c:pt idx="700">
                  <c:v>2024</c:v>
                </c:pt>
                <c:pt idx="701">
                  <c:v>2024</c:v>
                </c:pt>
                <c:pt idx="702">
                  <c:v>2024</c:v>
                </c:pt>
                <c:pt idx="703">
                  <c:v>2024</c:v>
                </c:pt>
                <c:pt idx="704">
                  <c:v>2024</c:v>
                </c:pt>
                <c:pt idx="705">
                  <c:v>2024</c:v>
                </c:pt>
                <c:pt idx="706">
                  <c:v>2024</c:v>
                </c:pt>
                <c:pt idx="707">
                  <c:v>2024</c:v>
                </c:pt>
                <c:pt idx="708">
                  <c:v>2024</c:v>
                </c:pt>
                <c:pt idx="709">
                  <c:v>2024</c:v>
                </c:pt>
                <c:pt idx="710">
                  <c:v>2024</c:v>
                </c:pt>
                <c:pt idx="711">
                  <c:v>2024</c:v>
                </c:pt>
                <c:pt idx="712">
                  <c:v>2024</c:v>
                </c:pt>
                <c:pt idx="713">
                  <c:v>2024</c:v>
                </c:pt>
                <c:pt idx="714">
                  <c:v>2024</c:v>
                </c:pt>
                <c:pt idx="715">
                  <c:v>2024</c:v>
                </c:pt>
                <c:pt idx="716">
                  <c:v>2024</c:v>
                </c:pt>
                <c:pt idx="717">
                  <c:v>2024</c:v>
                </c:pt>
                <c:pt idx="718">
                  <c:v>2024</c:v>
                </c:pt>
                <c:pt idx="719">
                  <c:v>2024</c:v>
                </c:pt>
                <c:pt idx="720">
                  <c:v>2024</c:v>
                </c:pt>
                <c:pt idx="721">
                  <c:v>2024</c:v>
                </c:pt>
                <c:pt idx="722">
                  <c:v>2024</c:v>
                </c:pt>
                <c:pt idx="723">
                  <c:v>2024</c:v>
                </c:pt>
                <c:pt idx="724">
                  <c:v>2025</c:v>
                </c:pt>
                <c:pt idx="725">
                  <c:v>2025</c:v>
                </c:pt>
                <c:pt idx="726">
                  <c:v>2025</c:v>
                </c:pt>
                <c:pt idx="727">
                  <c:v>2025</c:v>
                </c:pt>
                <c:pt idx="728">
                  <c:v>2025</c:v>
                </c:pt>
                <c:pt idx="729">
                  <c:v>2025</c:v>
                </c:pt>
                <c:pt idx="730">
                  <c:v>2025</c:v>
                </c:pt>
                <c:pt idx="731">
                  <c:v>2025</c:v>
                </c:pt>
                <c:pt idx="732">
                  <c:v>2025</c:v>
                </c:pt>
                <c:pt idx="733">
                  <c:v>2025</c:v>
                </c:pt>
                <c:pt idx="734">
                  <c:v>2025</c:v>
                </c:pt>
                <c:pt idx="735">
                  <c:v>2025</c:v>
                </c:pt>
                <c:pt idx="736">
                  <c:v>2025</c:v>
                </c:pt>
                <c:pt idx="737">
                  <c:v>2025</c:v>
                </c:pt>
                <c:pt idx="738">
                  <c:v>2025</c:v>
                </c:pt>
                <c:pt idx="739">
                  <c:v>2025</c:v>
                </c:pt>
                <c:pt idx="740">
                  <c:v>2025</c:v>
                </c:pt>
                <c:pt idx="741">
                  <c:v>2025</c:v>
                </c:pt>
                <c:pt idx="742">
                  <c:v>2025</c:v>
                </c:pt>
                <c:pt idx="743">
                  <c:v>2025</c:v>
                </c:pt>
                <c:pt idx="744">
                  <c:v>2025</c:v>
                </c:pt>
                <c:pt idx="745">
                  <c:v>2025</c:v>
                </c:pt>
                <c:pt idx="746">
                  <c:v>2025</c:v>
                </c:pt>
                <c:pt idx="747">
                  <c:v>2025</c:v>
                </c:pt>
                <c:pt idx="748">
                  <c:v>2025</c:v>
                </c:pt>
                <c:pt idx="749">
                  <c:v>2025</c:v>
                </c:pt>
                <c:pt idx="750">
                  <c:v>2025</c:v>
                </c:pt>
                <c:pt idx="751">
                  <c:v>2025</c:v>
                </c:pt>
                <c:pt idx="752">
                  <c:v>2025</c:v>
                </c:pt>
                <c:pt idx="753">
                  <c:v>2025</c:v>
                </c:pt>
                <c:pt idx="754">
                  <c:v>2025</c:v>
                </c:pt>
                <c:pt idx="755">
                  <c:v>2025</c:v>
                </c:pt>
                <c:pt idx="756">
                  <c:v>2025</c:v>
                </c:pt>
                <c:pt idx="757">
                  <c:v>2025</c:v>
                </c:pt>
                <c:pt idx="758">
                  <c:v>2025</c:v>
                </c:pt>
                <c:pt idx="759">
                  <c:v>2025</c:v>
                </c:pt>
                <c:pt idx="760">
                  <c:v>2025</c:v>
                </c:pt>
                <c:pt idx="761">
                  <c:v>2025</c:v>
                </c:pt>
                <c:pt idx="762">
                  <c:v>2025</c:v>
                </c:pt>
                <c:pt idx="763">
                  <c:v>2025</c:v>
                </c:pt>
                <c:pt idx="764">
                  <c:v>2025</c:v>
                </c:pt>
                <c:pt idx="765">
                  <c:v>2025</c:v>
                </c:pt>
                <c:pt idx="766">
                  <c:v>2025</c:v>
                </c:pt>
                <c:pt idx="767">
                  <c:v>2025</c:v>
                </c:pt>
                <c:pt idx="768">
                  <c:v>2025</c:v>
                </c:pt>
                <c:pt idx="769">
                  <c:v>2025</c:v>
                </c:pt>
                <c:pt idx="770">
                  <c:v>2025</c:v>
                </c:pt>
                <c:pt idx="771">
                  <c:v>2025</c:v>
                </c:pt>
                <c:pt idx="772">
                  <c:v>2025</c:v>
                </c:pt>
                <c:pt idx="773">
                  <c:v>2025</c:v>
                </c:pt>
                <c:pt idx="774">
                  <c:v>2025</c:v>
                </c:pt>
                <c:pt idx="775">
                  <c:v>2025</c:v>
                </c:pt>
                <c:pt idx="776">
                  <c:v>2026</c:v>
                </c:pt>
                <c:pt idx="777">
                  <c:v>2026</c:v>
                </c:pt>
                <c:pt idx="778">
                  <c:v>2026</c:v>
                </c:pt>
                <c:pt idx="779">
                  <c:v>2026</c:v>
                </c:pt>
                <c:pt idx="780">
                  <c:v>2026</c:v>
                </c:pt>
                <c:pt idx="781">
                  <c:v>2026</c:v>
                </c:pt>
                <c:pt idx="782">
                  <c:v>2026</c:v>
                </c:pt>
                <c:pt idx="783">
                  <c:v>2026</c:v>
                </c:pt>
                <c:pt idx="784">
                  <c:v>2026</c:v>
                </c:pt>
                <c:pt idx="785">
                  <c:v>2026</c:v>
                </c:pt>
                <c:pt idx="786">
                  <c:v>2026</c:v>
                </c:pt>
                <c:pt idx="787">
                  <c:v>2026</c:v>
                </c:pt>
                <c:pt idx="788">
                  <c:v>2026</c:v>
                </c:pt>
                <c:pt idx="789">
                  <c:v>2026</c:v>
                </c:pt>
                <c:pt idx="790">
                  <c:v>2026</c:v>
                </c:pt>
                <c:pt idx="791">
                  <c:v>2026</c:v>
                </c:pt>
                <c:pt idx="792">
                  <c:v>2026</c:v>
                </c:pt>
                <c:pt idx="793">
                  <c:v>2026</c:v>
                </c:pt>
                <c:pt idx="794">
                  <c:v>2026</c:v>
                </c:pt>
                <c:pt idx="795">
                  <c:v>2026</c:v>
                </c:pt>
                <c:pt idx="796">
                  <c:v>2026</c:v>
                </c:pt>
                <c:pt idx="797">
                  <c:v>2026</c:v>
                </c:pt>
                <c:pt idx="798">
                  <c:v>2026</c:v>
                </c:pt>
                <c:pt idx="799">
                  <c:v>2026</c:v>
                </c:pt>
                <c:pt idx="800">
                  <c:v>2026</c:v>
                </c:pt>
                <c:pt idx="801">
                  <c:v>2026</c:v>
                </c:pt>
                <c:pt idx="802">
                  <c:v>2026</c:v>
                </c:pt>
                <c:pt idx="803">
                  <c:v>2026</c:v>
                </c:pt>
                <c:pt idx="804">
                  <c:v>2026</c:v>
                </c:pt>
                <c:pt idx="805">
                  <c:v>2026</c:v>
                </c:pt>
                <c:pt idx="806">
                  <c:v>2026</c:v>
                </c:pt>
                <c:pt idx="807">
                  <c:v>2026</c:v>
                </c:pt>
                <c:pt idx="808">
                  <c:v>2026</c:v>
                </c:pt>
              </c:strCache>
            </c:strRef>
          </c:cat>
          <c:val>
            <c:numRef>
              <c:f>Sheet1!$D$2:$D$810</c:f>
              <c:numCache>
                <c:formatCode>General</c:formatCode>
                <c:ptCount val="809"/>
                <c:pt idx="0">
                  <c:v>0.16139999999999999</c:v>
                </c:pt>
                <c:pt idx="1">
                  <c:v>0.21510000000000001</c:v>
                </c:pt>
                <c:pt idx="2">
                  <c:v>0.13389999999999999</c:v>
                </c:pt>
                <c:pt idx="3">
                  <c:v>0.17119999999999999</c:v>
                </c:pt>
                <c:pt idx="4">
                  <c:v>0.18429999999999999</c:v>
                </c:pt>
                <c:pt idx="5">
                  <c:v>0.27629999999999999</c:v>
                </c:pt>
                <c:pt idx="6">
                  <c:v>0.15790000000000001</c:v>
                </c:pt>
                <c:pt idx="7">
                  <c:v>0.21060000000000001</c:v>
                </c:pt>
                <c:pt idx="8">
                  <c:v>0.22090000000000001</c:v>
                </c:pt>
                <c:pt idx="9">
                  <c:v>0.20979999999999999</c:v>
                </c:pt>
                <c:pt idx="10">
                  <c:v>0.15740000000000001</c:v>
                </c:pt>
                <c:pt idx="11">
                  <c:v>0.20269999999999999</c:v>
                </c:pt>
                <c:pt idx="12">
                  <c:v>0.30380000000000001</c:v>
                </c:pt>
                <c:pt idx="13">
                  <c:v>0.24990000000000001</c:v>
                </c:pt>
                <c:pt idx="14">
                  <c:v>0.14949999999999999</c:v>
                </c:pt>
                <c:pt idx="15">
                  <c:v>0.12939999999999999</c:v>
                </c:pt>
                <c:pt idx="16">
                  <c:v>0.16850000000000001</c:v>
                </c:pt>
                <c:pt idx="17">
                  <c:v>0.1913</c:v>
                </c:pt>
                <c:pt idx="18">
                  <c:v>0.154</c:v>
                </c:pt>
                <c:pt idx="19">
                  <c:v>0.2046</c:v>
                </c:pt>
                <c:pt idx="20">
                  <c:v>0.1933</c:v>
                </c:pt>
                <c:pt idx="21">
                  <c:v>0.14499999999999999</c:v>
                </c:pt>
                <c:pt idx="22">
                  <c:v>0.18160000000000001</c:v>
                </c:pt>
                <c:pt idx="23">
                  <c:v>0.1736</c:v>
                </c:pt>
                <c:pt idx="24">
                  <c:v>0.1845</c:v>
                </c:pt>
                <c:pt idx="25">
                  <c:v>0.22320000000000001</c:v>
                </c:pt>
                <c:pt idx="26">
                  <c:v>0.2535</c:v>
                </c:pt>
                <c:pt idx="27">
                  <c:v>0.2555</c:v>
                </c:pt>
                <c:pt idx="28">
                  <c:v>0.27550000000000002</c:v>
                </c:pt>
                <c:pt idx="29">
                  <c:v>0.21640000000000001</c:v>
                </c:pt>
                <c:pt idx="30">
                  <c:v>0.17369999999999999</c:v>
                </c:pt>
                <c:pt idx="31">
                  <c:v>0.15440000000000001</c:v>
                </c:pt>
                <c:pt idx="32">
                  <c:v>0.1517</c:v>
                </c:pt>
                <c:pt idx="33">
                  <c:v>0.16</c:v>
                </c:pt>
                <c:pt idx="34">
                  <c:v>0.16209999999999999</c:v>
                </c:pt>
                <c:pt idx="35">
                  <c:v>0.1777</c:v>
                </c:pt>
                <c:pt idx="36">
                  <c:v>0.20860000000000001</c:v>
                </c:pt>
                <c:pt idx="37">
                  <c:v>0.1701</c:v>
                </c:pt>
                <c:pt idx="38">
                  <c:v>0.20499999999999999</c:v>
                </c:pt>
                <c:pt idx="39">
                  <c:v>0.214</c:v>
                </c:pt>
                <c:pt idx="40">
                  <c:v>0.1726</c:v>
                </c:pt>
                <c:pt idx="41">
                  <c:v>0.18609999999999999</c:v>
                </c:pt>
                <c:pt idx="42">
                  <c:v>0.20250000000000001</c:v>
                </c:pt>
                <c:pt idx="43">
                  <c:v>0.14249999999999999</c:v>
                </c:pt>
                <c:pt idx="44">
                  <c:v>0.19769999999999999</c:v>
                </c:pt>
                <c:pt idx="45">
                  <c:v>0.17810000000000001</c:v>
                </c:pt>
                <c:pt idx="46">
                  <c:v>0.1716</c:v>
                </c:pt>
                <c:pt idx="47">
                  <c:v>0.219</c:v>
                </c:pt>
                <c:pt idx="48">
                  <c:v>0.24410000000000001</c:v>
                </c:pt>
                <c:pt idx="49">
                  <c:v>0.30570000000000003</c:v>
                </c:pt>
                <c:pt idx="50">
                  <c:v>0.1817</c:v>
                </c:pt>
                <c:pt idx="51">
                  <c:v>0.14960000000000001</c:v>
                </c:pt>
                <c:pt idx="52">
                  <c:v>0.29320000000000002</c:v>
                </c:pt>
                <c:pt idx="53">
                  <c:v>0.17399999999999999</c:v>
                </c:pt>
                <c:pt idx="54">
                  <c:v>0.2387</c:v>
                </c:pt>
                <c:pt idx="55">
                  <c:v>0.19670000000000001</c:v>
                </c:pt>
                <c:pt idx="56">
                  <c:v>0.27150000000000002</c:v>
                </c:pt>
                <c:pt idx="57">
                  <c:v>0.1285</c:v>
                </c:pt>
                <c:pt idx="58">
                  <c:v>0.2026</c:v>
                </c:pt>
                <c:pt idx="59">
                  <c:v>0.17130000000000001</c:v>
                </c:pt>
                <c:pt idx="60">
                  <c:v>0.18149999999999999</c:v>
                </c:pt>
                <c:pt idx="61">
                  <c:v>0.21260000000000001</c:v>
                </c:pt>
                <c:pt idx="62">
                  <c:v>0.24740000000000001</c:v>
                </c:pt>
                <c:pt idx="63">
                  <c:v>0.1666</c:v>
                </c:pt>
                <c:pt idx="64">
                  <c:v>0.15590000000000001</c:v>
                </c:pt>
                <c:pt idx="65">
                  <c:v>0.19589999999999999</c:v>
                </c:pt>
                <c:pt idx="66">
                  <c:v>0.22689999999999999</c:v>
                </c:pt>
                <c:pt idx="67">
                  <c:v>0.12959999999999999</c:v>
                </c:pt>
                <c:pt idx="68">
                  <c:v>0.20269999999999999</c:v>
                </c:pt>
                <c:pt idx="69">
                  <c:v>0.21429999999999999</c:v>
                </c:pt>
                <c:pt idx="70">
                  <c:v>0.16839999999999999</c:v>
                </c:pt>
                <c:pt idx="71">
                  <c:v>0.1968</c:v>
                </c:pt>
                <c:pt idx="72">
                  <c:v>0.21360000000000001</c:v>
                </c:pt>
                <c:pt idx="73">
                  <c:v>0.1671</c:v>
                </c:pt>
                <c:pt idx="74">
                  <c:v>0.21260000000000001</c:v>
                </c:pt>
                <c:pt idx="75">
                  <c:v>0.2737</c:v>
                </c:pt>
                <c:pt idx="76">
                  <c:v>0.15579999999999999</c:v>
                </c:pt>
                <c:pt idx="77">
                  <c:v>0.26050000000000001</c:v>
                </c:pt>
                <c:pt idx="78">
                  <c:v>0.2361</c:v>
                </c:pt>
                <c:pt idx="79">
                  <c:v>0.2223</c:v>
                </c:pt>
                <c:pt idx="80">
                  <c:v>0.2555</c:v>
                </c:pt>
                <c:pt idx="81">
                  <c:v>0.14000000000000001</c:v>
                </c:pt>
                <c:pt idx="82">
                  <c:v>0.15720000000000001</c:v>
                </c:pt>
                <c:pt idx="83">
                  <c:v>0.1479</c:v>
                </c:pt>
                <c:pt idx="84">
                  <c:v>0.12330000000000001</c:v>
                </c:pt>
                <c:pt idx="85">
                  <c:v>0.1915</c:v>
                </c:pt>
                <c:pt idx="86">
                  <c:v>0.18310000000000001</c:v>
                </c:pt>
                <c:pt idx="87">
                  <c:v>0.2064</c:v>
                </c:pt>
                <c:pt idx="88">
                  <c:v>0.16650000000000001</c:v>
                </c:pt>
                <c:pt idx="89">
                  <c:v>0.18529999999999999</c:v>
                </c:pt>
                <c:pt idx="90">
                  <c:v>0.1681</c:v>
                </c:pt>
                <c:pt idx="91">
                  <c:v>0.14419999999999999</c:v>
                </c:pt>
                <c:pt idx="92">
                  <c:v>0.12659999999999999</c:v>
                </c:pt>
                <c:pt idx="93">
                  <c:v>0.11459999999999999</c:v>
                </c:pt>
                <c:pt idx="94">
                  <c:v>0.105</c:v>
                </c:pt>
                <c:pt idx="95">
                  <c:v>0.1464</c:v>
                </c:pt>
                <c:pt idx="96">
                  <c:v>0.113</c:v>
                </c:pt>
                <c:pt idx="97">
                  <c:v>0.17469999999999999</c:v>
                </c:pt>
                <c:pt idx="98">
                  <c:v>0.17780000000000001</c:v>
                </c:pt>
                <c:pt idx="99">
                  <c:v>0.20699999999999999</c:v>
                </c:pt>
                <c:pt idx="100">
                  <c:v>0.23280000000000001</c:v>
                </c:pt>
                <c:pt idx="101">
                  <c:v>0.1827</c:v>
                </c:pt>
                <c:pt idx="102">
                  <c:v>0.15890000000000001</c:v>
                </c:pt>
                <c:pt idx="103">
                  <c:v>0.1903</c:v>
                </c:pt>
                <c:pt idx="104">
                  <c:v>0.18729999999999999</c:v>
                </c:pt>
                <c:pt idx="105">
                  <c:v>0.1399</c:v>
                </c:pt>
                <c:pt idx="106">
                  <c:v>0.18859999999999999</c:v>
                </c:pt>
                <c:pt idx="107">
                  <c:v>0.1832</c:v>
                </c:pt>
                <c:pt idx="108">
                  <c:v>0.1691</c:v>
                </c:pt>
                <c:pt idx="109">
                  <c:v>0.26650000000000001</c:v>
                </c:pt>
                <c:pt idx="110">
                  <c:v>0.2233</c:v>
                </c:pt>
                <c:pt idx="111">
                  <c:v>0.20080000000000001</c:v>
                </c:pt>
                <c:pt idx="112">
                  <c:v>0.18709999999999999</c:v>
                </c:pt>
                <c:pt idx="113">
                  <c:v>0.12670000000000001</c:v>
                </c:pt>
                <c:pt idx="114">
                  <c:v>0.1249</c:v>
                </c:pt>
                <c:pt idx="115">
                  <c:v>0.18290000000000001</c:v>
                </c:pt>
                <c:pt idx="116">
                  <c:v>0.15129999999999999</c:v>
                </c:pt>
                <c:pt idx="117">
                  <c:v>0.19320000000000001</c:v>
                </c:pt>
                <c:pt idx="118">
                  <c:v>0.1245</c:v>
                </c:pt>
                <c:pt idx="119">
                  <c:v>0.18920000000000001</c:v>
                </c:pt>
                <c:pt idx="120">
                  <c:v>0.29330000000000001</c:v>
                </c:pt>
                <c:pt idx="121">
                  <c:v>0.1704</c:v>
                </c:pt>
                <c:pt idx="122">
                  <c:v>0.1348</c:v>
                </c:pt>
                <c:pt idx="123">
                  <c:v>0.19750000000000001</c:v>
                </c:pt>
                <c:pt idx="124">
                  <c:v>0.18429999999999999</c:v>
                </c:pt>
                <c:pt idx="125">
                  <c:v>0.20949999999999999</c:v>
                </c:pt>
                <c:pt idx="126">
                  <c:v>0.22989999999999999</c:v>
                </c:pt>
                <c:pt idx="127">
                  <c:v>0.1777</c:v>
                </c:pt>
                <c:pt idx="128">
                  <c:v>0.25829999999999997</c:v>
                </c:pt>
                <c:pt idx="129">
                  <c:v>0.218</c:v>
                </c:pt>
                <c:pt idx="130">
                  <c:v>0.2387</c:v>
                </c:pt>
                <c:pt idx="131">
                  <c:v>0.1421</c:v>
                </c:pt>
                <c:pt idx="132">
                  <c:v>0.16370000000000001</c:v>
                </c:pt>
                <c:pt idx="133">
                  <c:v>0.14599999999999999</c:v>
                </c:pt>
                <c:pt idx="134">
                  <c:v>0.1401</c:v>
                </c:pt>
                <c:pt idx="135">
                  <c:v>0.1404</c:v>
                </c:pt>
                <c:pt idx="136">
                  <c:v>0.18709999999999999</c:v>
                </c:pt>
                <c:pt idx="137">
                  <c:v>0.25600000000000001</c:v>
                </c:pt>
                <c:pt idx="138">
                  <c:v>0.3392</c:v>
                </c:pt>
                <c:pt idx="139">
                  <c:v>0.43819999999999998</c:v>
                </c:pt>
                <c:pt idx="140">
                  <c:v>0.35699999999999998</c:v>
                </c:pt>
                <c:pt idx="141">
                  <c:v>0.29070000000000001</c:v>
                </c:pt>
                <c:pt idx="142">
                  <c:v>0.2324</c:v>
                </c:pt>
                <c:pt idx="143">
                  <c:v>0.2167</c:v>
                </c:pt>
                <c:pt idx="144">
                  <c:v>0.17780000000000001</c:v>
                </c:pt>
                <c:pt idx="145">
                  <c:v>0.1842</c:v>
                </c:pt>
                <c:pt idx="146">
                  <c:v>0.17560000000000001</c:v>
                </c:pt>
                <c:pt idx="147">
                  <c:v>0.1201</c:v>
                </c:pt>
                <c:pt idx="148">
                  <c:v>0.1583</c:v>
                </c:pt>
                <c:pt idx="149">
                  <c:v>0.17519999999999999</c:v>
                </c:pt>
                <c:pt idx="150">
                  <c:v>0.18260000000000001</c:v>
                </c:pt>
                <c:pt idx="151">
                  <c:v>0.1845</c:v>
                </c:pt>
                <c:pt idx="152">
                  <c:v>0.13669999999999999</c:v>
                </c:pt>
                <c:pt idx="153">
                  <c:v>0.1883</c:v>
                </c:pt>
                <c:pt idx="154">
                  <c:v>0.1976</c:v>
                </c:pt>
                <c:pt idx="155">
                  <c:v>0.12559999999999999</c:v>
                </c:pt>
                <c:pt idx="156">
                  <c:v>0.16450000000000001</c:v>
                </c:pt>
                <c:pt idx="157">
                  <c:v>0.18609999999999999</c:v>
                </c:pt>
                <c:pt idx="158">
                  <c:v>0.17899999999999999</c:v>
                </c:pt>
                <c:pt idx="159">
                  <c:v>0.12720000000000001</c:v>
                </c:pt>
                <c:pt idx="160">
                  <c:v>0.20580000000000001</c:v>
                </c:pt>
                <c:pt idx="161">
                  <c:v>0.1951</c:v>
                </c:pt>
                <c:pt idx="162">
                  <c:v>0.17710000000000001</c:v>
                </c:pt>
                <c:pt idx="163">
                  <c:v>0.12770000000000001</c:v>
                </c:pt>
                <c:pt idx="164">
                  <c:v>0.16819999999999999</c:v>
                </c:pt>
                <c:pt idx="165">
                  <c:v>0.1842</c:v>
                </c:pt>
                <c:pt idx="166">
                  <c:v>0.20319999999999999</c:v>
                </c:pt>
                <c:pt idx="167">
                  <c:v>0.13339999999999999</c:v>
                </c:pt>
                <c:pt idx="168">
                  <c:v>0.13089999999999999</c:v>
                </c:pt>
                <c:pt idx="169">
                  <c:v>0.16789999999999999</c:v>
                </c:pt>
                <c:pt idx="170">
                  <c:v>0.1575</c:v>
                </c:pt>
                <c:pt idx="171">
                  <c:v>0.1431</c:v>
                </c:pt>
                <c:pt idx="172">
                  <c:v>0.17749999999999999</c:v>
                </c:pt>
                <c:pt idx="173">
                  <c:v>0.15820000000000001</c:v>
                </c:pt>
                <c:pt idx="174">
                  <c:v>0.14680000000000001</c:v>
                </c:pt>
                <c:pt idx="175">
                  <c:v>0.1583</c:v>
                </c:pt>
                <c:pt idx="176">
                  <c:v>0.18260000000000001</c:v>
                </c:pt>
                <c:pt idx="177">
                  <c:v>0.19020000000000001</c:v>
                </c:pt>
                <c:pt idx="178">
                  <c:v>0.157</c:v>
                </c:pt>
                <c:pt idx="179">
                  <c:v>0.20749999999999999</c:v>
                </c:pt>
                <c:pt idx="180">
                  <c:v>0.21479999999999999</c:v>
                </c:pt>
                <c:pt idx="181">
                  <c:v>0.21759999999999999</c:v>
                </c:pt>
                <c:pt idx="182">
                  <c:v>0.2326</c:v>
                </c:pt>
                <c:pt idx="183">
                  <c:v>0.126</c:v>
                </c:pt>
                <c:pt idx="184">
                  <c:v>0.1239</c:v>
                </c:pt>
                <c:pt idx="185">
                  <c:v>0.12570000000000001</c:v>
                </c:pt>
                <c:pt idx="186">
                  <c:v>0.1293</c:v>
                </c:pt>
                <c:pt idx="187">
                  <c:v>0.12820000000000001</c:v>
                </c:pt>
                <c:pt idx="188">
                  <c:v>0.1817</c:v>
                </c:pt>
                <c:pt idx="189">
                  <c:v>0.16289999999999999</c:v>
                </c:pt>
                <c:pt idx="190">
                  <c:v>0.13139999999999999</c:v>
                </c:pt>
                <c:pt idx="191">
                  <c:v>0.14219999999999999</c:v>
                </c:pt>
                <c:pt idx="192">
                  <c:v>0.126</c:v>
                </c:pt>
                <c:pt idx="193">
                  <c:v>0.14249999999999999</c:v>
                </c:pt>
                <c:pt idx="194">
                  <c:v>0.13819999999999999</c:v>
                </c:pt>
                <c:pt idx="195">
                  <c:v>0.12820000000000001</c:v>
                </c:pt>
                <c:pt idx="196">
                  <c:v>0.1095</c:v>
                </c:pt>
                <c:pt idx="197">
                  <c:v>0.22220000000000001</c:v>
                </c:pt>
                <c:pt idx="198">
                  <c:v>0.14849999999999999</c:v>
                </c:pt>
                <c:pt idx="199">
                  <c:v>0.1678</c:v>
                </c:pt>
                <c:pt idx="200">
                  <c:v>0.1978</c:v>
                </c:pt>
                <c:pt idx="201">
                  <c:v>0.1338</c:v>
                </c:pt>
                <c:pt idx="202">
                  <c:v>0.1129</c:v>
                </c:pt>
                <c:pt idx="203">
                  <c:v>0.1081</c:v>
                </c:pt>
                <c:pt idx="204">
                  <c:v>0.155</c:v>
                </c:pt>
                <c:pt idx="205">
                  <c:v>0.18640000000000001</c:v>
                </c:pt>
                <c:pt idx="206">
                  <c:v>0.1656</c:v>
                </c:pt>
                <c:pt idx="207">
                  <c:v>0.17630000000000001</c:v>
                </c:pt>
                <c:pt idx="208">
                  <c:v>0.16819999999999999</c:v>
                </c:pt>
                <c:pt idx="209">
                  <c:v>0.15770000000000001</c:v>
                </c:pt>
                <c:pt idx="210">
                  <c:v>0.23769999999999999</c:v>
                </c:pt>
                <c:pt idx="211">
                  <c:v>0.1613</c:v>
                </c:pt>
                <c:pt idx="212">
                  <c:v>0.15310000000000001</c:v>
                </c:pt>
                <c:pt idx="213">
                  <c:v>0.16020000000000001</c:v>
                </c:pt>
                <c:pt idx="214">
                  <c:v>0.17180000000000001</c:v>
                </c:pt>
                <c:pt idx="215">
                  <c:v>0.12230000000000001</c:v>
                </c:pt>
                <c:pt idx="216">
                  <c:v>0.1077</c:v>
                </c:pt>
                <c:pt idx="217">
                  <c:v>0.18329999999999999</c:v>
                </c:pt>
                <c:pt idx="218">
                  <c:v>0.14729999999999999</c:v>
                </c:pt>
                <c:pt idx="219">
                  <c:v>0.14050000000000001</c:v>
                </c:pt>
                <c:pt idx="220">
                  <c:v>0.1019</c:v>
                </c:pt>
                <c:pt idx="221">
                  <c:v>0.1608</c:v>
                </c:pt>
                <c:pt idx="222">
                  <c:v>0.16039999999999999</c:v>
                </c:pt>
                <c:pt idx="223">
                  <c:v>0.1313</c:v>
                </c:pt>
                <c:pt idx="224">
                  <c:v>0.17499999999999999</c:v>
                </c:pt>
                <c:pt idx="225">
                  <c:v>0.17829999999999999</c:v>
                </c:pt>
                <c:pt idx="226">
                  <c:v>0.15820000000000001</c:v>
                </c:pt>
                <c:pt idx="227">
                  <c:v>0.17910000000000001</c:v>
                </c:pt>
                <c:pt idx="228">
                  <c:v>0.13900000000000001</c:v>
                </c:pt>
                <c:pt idx="229">
                  <c:v>0.16969999999999999</c:v>
                </c:pt>
                <c:pt idx="230">
                  <c:v>0.1714</c:v>
                </c:pt>
                <c:pt idx="231">
                  <c:v>0.20069999999999999</c:v>
                </c:pt>
                <c:pt idx="232">
                  <c:v>0.19869999999999999</c:v>
                </c:pt>
                <c:pt idx="233">
                  <c:v>0.17749999999999999</c:v>
                </c:pt>
                <c:pt idx="234">
                  <c:v>0.1212</c:v>
                </c:pt>
                <c:pt idx="235">
                  <c:v>0.1258</c:v>
                </c:pt>
                <c:pt idx="236">
                  <c:v>0.12230000000000001</c:v>
                </c:pt>
                <c:pt idx="237">
                  <c:v>0.1457</c:v>
                </c:pt>
                <c:pt idx="238">
                  <c:v>0.23749999999999999</c:v>
                </c:pt>
                <c:pt idx="239">
                  <c:v>0.20849999999999999</c:v>
                </c:pt>
                <c:pt idx="240">
                  <c:v>0.13750000000000001</c:v>
                </c:pt>
                <c:pt idx="241">
                  <c:v>0.20569999999999999</c:v>
                </c:pt>
                <c:pt idx="242">
                  <c:v>0.1832</c:v>
                </c:pt>
                <c:pt idx="243">
                  <c:v>0.1353</c:v>
                </c:pt>
                <c:pt idx="244">
                  <c:v>0.2346</c:v>
                </c:pt>
                <c:pt idx="245">
                  <c:v>0.19189999999999999</c:v>
                </c:pt>
                <c:pt idx="246">
                  <c:v>0.21360000000000001</c:v>
                </c:pt>
                <c:pt idx="247">
                  <c:v>0.13919999999999999</c:v>
                </c:pt>
                <c:pt idx="248">
                  <c:v>0.22819999999999999</c:v>
                </c:pt>
                <c:pt idx="249">
                  <c:v>0.1221</c:v>
                </c:pt>
                <c:pt idx="250">
                  <c:v>0.19989999999999999</c:v>
                </c:pt>
                <c:pt idx="251">
                  <c:v>0.19989999999999999</c:v>
                </c:pt>
                <c:pt idx="252">
                  <c:v>0.2175</c:v>
                </c:pt>
                <c:pt idx="253">
                  <c:v>0.152</c:v>
                </c:pt>
                <c:pt idx="254">
                  <c:v>0.1552</c:v>
                </c:pt>
                <c:pt idx="255">
                  <c:v>0.2772</c:v>
                </c:pt>
                <c:pt idx="256">
                  <c:v>0.2039</c:v>
                </c:pt>
                <c:pt idx="257">
                  <c:v>0.16550000000000001</c:v>
                </c:pt>
                <c:pt idx="258">
                  <c:v>0.1542</c:v>
                </c:pt>
                <c:pt idx="259">
                  <c:v>0.1658</c:v>
                </c:pt>
                <c:pt idx="260">
                  <c:v>0.17069999999999999</c:v>
                </c:pt>
                <c:pt idx="261">
                  <c:v>0.12740000000000001</c:v>
                </c:pt>
                <c:pt idx="262">
                  <c:v>0.18110000000000001</c:v>
                </c:pt>
                <c:pt idx="263">
                  <c:v>0.14580000000000001</c:v>
                </c:pt>
                <c:pt idx="264">
                  <c:v>0.1484</c:v>
                </c:pt>
                <c:pt idx="265">
                  <c:v>0.18379999999999999</c:v>
                </c:pt>
                <c:pt idx="266">
                  <c:v>0.1704</c:v>
                </c:pt>
                <c:pt idx="267">
                  <c:v>0.1341</c:v>
                </c:pt>
                <c:pt idx="268">
                  <c:v>0.1552</c:v>
                </c:pt>
                <c:pt idx="269">
                  <c:v>0.1769</c:v>
                </c:pt>
                <c:pt idx="270">
                  <c:v>0.1583</c:v>
                </c:pt>
                <c:pt idx="271">
                  <c:v>0.16950000000000001</c:v>
                </c:pt>
                <c:pt idx="272">
                  <c:v>0.1163</c:v>
                </c:pt>
                <c:pt idx="273">
                  <c:v>0.151</c:v>
                </c:pt>
                <c:pt idx="274">
                  <c:v>0.19819999999999999</c:v>
                </c:pt>
                <c:pt idx="275">
                  <c:v>0.2001</c:v>
                </c:pt>
                <c:pt idx="276">
                  <c:v>0.14280000000000001</c:v>
                </c:pt>
                <c:pt idx="277">
                  <c:v>0.1845</c:v>
                </c:pt>
                <c:pt idx="278">
                  <c:v>0.2107</c:v>
                </c:pt>
                <c:pt idx="279">
                  <c:v>0.30819999999999997</c:v>
                </c:pt>
                <c:pt idx="280">
                  <c:v>0.25750000000000001</c:v>
                </c:pt>
                <c:pt idx="281">
                  <c:v>0.25900000000000001</c:v>
                </c:pt>
                <c:pt idx="282">
                  <c:v>0.24579999999999999</c:v>
                </c:pt>
                <c:pt idx="283">
                  <c:v>0.14710000000000001</c:v>
                </c:pt>
                <c:pt idx="284">
                  <c:v>0.1216</c:v>
                </c:pt>
                <c:pt idx="285">
                  <c:v>0.15490000000000001</c:v>
                </c:pt>
                <c:pt idx="286">
                  <c:v>0.1598</c:v>
                </c:pt>
                <c:pt idx="287">
                  <c:v>0.1368</c:v>
                </c:pt>
                <c:pt idx="288">
                  <c:v>0.12959999999999999</c:v>
                </c:pt>
                <c:pt idx="289">
                  <c:v>0.19400000000000001</c:v>
                </c:pt>
                <c:pt idx="290">
                  <c:v>0.2064</c:v>
                </c:pt>
                <c:pt idx="291">
                  <c:v>0.1988</c:v>
                </c:pt>
                <c:pt idx="292">
                  <c:v>0.21709999999999999</c:v>
                </c:pt>
                <c:pt idx="293">
                  <c:v>0.16919999999999999</c:v>
                </c:pt>
                <c:pt idx="294">
                  <c:v>0.13370000000000001</c:v>
                </c:pt>
                <c:pt idx="295">
                  <c:v>0.15690000000000001</c:v>
                </c:pt>
                <c:pt idx="296">
                  <c:v>0.17810000000000001</c:v>
                </c:pt>
                <c:pt idx="297">
                  <c:v>0.14610000000000001</c:v>
                </c:pt>
                <c:pt idx="298">
                  <c:v>0.1139</c:v>
                </c:pt>
                <c:pt idx="299">
                  <c:v>0.21640000000000001</c:v>
                </c:pt>
                <c:pt idx="300">
                  <c:v>0.15540000000000001</c:v>
                </c:pt>
                <c:pt idx="301">
                  <c:v>0.17849999999999999</c:v>
                </c:pt>
                <c:pt idx="302">
                  <c:v>0.18190000000000001</c:v>
                </c:pt>
                <c:pt idx="303">
                  <c:v>0.2029</c:v>
                </c:pt>
                <c:pt idx="304">
                  <c:v>0.22739999999999999</c:v>
                </c:pt>
                <c:pt idx="305">
                  <c:v>0.22850000000000001</c:v>
                </c:pt>
                <c:pt idx="306">
                  <c:v>0.29730000000000001</c:v>
                </c:pt>
                <c:pt idx="307">
                  <c:v>0.29699999999999999</c:v>
                </c:pt>
                <c:pt idx="308">
                  <c:v>0.22159999999999999</c:v>
                </c:pt>
                <c:pt idx="309">
                  <c:v>0.35210000000000002</c:v>
                </c:pt>
                <c:pt idx="310">
                  <c:v>0.36509999999999998</c:v>
                </c:pt>
                <c:pt idx="311">
                  <c:v>0.32569999999999999</c:v>
                </c:pt>
                <c:pt idx="312">
                  <c:v>0.32750000000000001</c:v>
                </c:pt>
                <c:pt idx="313">
                  <c:v>0.2487</c:v>
                </c:pt>
                <c:pt idx="314">
                  <c:v>0.28570000000000001</c:v>
                </c:pt>
                <c:pt idx="315">
                  <c:v>0.34010000000000001</c:v>
                </c:pt>
                <c:pt idx="316">
                  <c:v>0.36530000000000001</c:v>
                </c:pt>
                <c:pt idx="317">
                  <c:v>0.38319999999999999</c:v>
                </c:pt>
                <c:pt idx="318">
                  <c:v>0.30630000000000002</c:v>
                </c:pt>
                <c:pt idx="319">
                  <c:v>0.29049999999999998</c:v>
                </c:pt>
                <c:pt idx="320">
                  <c:v>0.222</c:v>
                </c:pt>
                <c:pt idx="321">
                  <c:v>0.18770000000000001</c:v>
                </c:pt>
                <c:pt idx="322">
                  <c:v>0.29249999999999998</c:v>
                </c:pt>
                <c:pt idx="323">
                  <c:v>0.34960000000000002</c:v>
                </c:pt>
                <c:pt idx="324">
                  <c:v>0.30969999999999998</c:v>
                </c:pt>
                <c:pt idx="325">
                  <c:v>0.28989999999999999</c:v>
                </c:pt>
                <c:pt idx="326">
                  <c:v>0.3498</c:v>
                </c:pt>
                <c:pt idx="327">
                  <c:v>0.25430000000000003</c:v>
                </c:pt>
                <c:pt idx="328">
                  <c:v>0.29389999999999999</c:v>
                </c:pt>
                <c:pt idx="329">
                  <c:v>0.23219999999999999</c:v>
                </c:pt>
                <c:pt idx="330">
                  <c:v>0.30330000000000001</c:v>
                </c:pt>
                <c:pt idx="331">
                  <c:v>0.34160000000000001</c:v>
                </c:pt>
                <c:pt idx="332">
                  <c:v>0.24959999999999999</c:v>
                </c:pt>
                <c:pt idx="333">
                  <c:v>0.30249999999999999</c:v>
                </c:pt>
                <c:pt idx="334">
                  <c:v>0.28260000000000002</c:v>
                </c:pt>
                <c:pt idx="335">
                  <c:v>0.34100000000000003</c:v>
                </c:pt>
                <c:pt idx="336">
                  <c:v>0.2014</c:v>
                </c:pt>
                <c:pt idx="337">
                  <c:v>0.27650000000000002</c:v>
                </c:pt>
                <c:pt idx="338">
                  <c:v>0.31979999999999997</c:v>
                </c:pt>
                <c:pt idx="339">
                  <c:v>0.22950000000000001</c:v>
                </c:pt>
                <c:pt idx="340">
                  <c:v>0.18629999999999999</c:v>
                </c:pt>
                <c:pt idx="341">
                  <c:v>0.22509999999999999</c:v>
                </c:pt>
                <c:pt idx="342">
                  <c:v>0.18329999999999999</c:v>
                </c:pt>
                <c:pt idx="343">
                  <c:v>0.30940000000000001</c:v>
                </c:pt>
                <c:pt idx="344">
                  <c:v>0.2462</c:v>
                </c:pt>
                <c:pt idx="345">
                  <c:v>0.2707</c:v>
                </c:pt>
                <c:pt idx="346">
                  <c:v>0.25380000000000003</c:v>
                </c:pt>
                <c:pt idx="347">
                  <c:v>0.2298</c:v>
                </c:pt>
                <c:pt idx="348">
                  <c:v>0.2883</c:v>
                </c:pt>
                <c:pt idx="349">
                  <c:v>0.28220000000000001</c:v>
                </c:pt>
                <c:pt idx="350">
                  <c:v>0.26700000000000002</c:v>
                </c:pt>
                <c:pt idx="351">
                  <c:v>0.33090000000000003</c:v>
                </c:pt>
                <c:pt idx="352">
                  <c:v>0.23580000000000001</c:v>
                </c:pt>
                <c:pt idx="353">
                  <c:v>0.37680000000000002</c:v>
                </c:pt>
                <c:pt idx="354">
                  <c:v>0.30130000000000001</c:v>
                </c:pt>
                <c:pt idx="355">
                  <c:v>0.30499999999999999</c:v>
                </c:pt>
                <c:pt idx="356">
                  <c:v>0.36520000000000002</c:v>
                </c:pt>
                <c:pt idx="357">
                  <c:v>0.18410000000000001</c:v>
                </c:pt>
                <c:pt idx="358">
                  <c:v>0.27729999999999999</c:v>
                </c:pt>
                <c:pt idx="359">
                  <c:v>0.28539999999999999</c:v>
                </c:pt>
                <c:pt idx="360">
                  <c:v>0.4113</c:v>
                </c:pt>
                <c:pt idx="361">
                  <c:v>0.29409999999999997</c:v>
                </c:pt>
                <c:pt idx="362">
                  <c:v>0.29730000000000001</c:v>
                </c:pt>
                <c:pt idx="363">
                  <c:v>0.2833</c:v>
                </c:pt>
                <c:pt idx="364">
                  <c:v>0.29909999999999998</c:v>
                </c:pt>
                <c:pt idx="365">
                  <c:v>0.23280000000000001</c:v>
                </c:pt>
                <c:pt idx="366">
                  <c:v>0.2455</c:v>
                </c:pt>
                <c:pt idx="367">
                  <c:v>0.2457</c:v>
                </c:pt>
                <c:pt idx="368">
                  <c:v>0.27979999999999999</c:v>
                </c:pt>
                <c:pt idx="369">
                  <c:v>0.26819999999999999</c:v>
                </c:pt>
                <c:pt idx="370">
                  <c:v>0.2238</c:v>
                </c:pt>
                <c:pt idx="371">
                  <c:v>0.24779999999999999</c:v>
                </c:pt>
                <c:pt idx="372">
                  <c:v>0.30680000000000002</c:v>
                </c:pt>
                <c:pt idx="373">
                  <c:v>0.27</c:v>
                </c:pt>
                <c:pt idx="374">
                  <c:v>0.25819999999999999</c:v>
                </c:pt>
                <c:pt idx="375">
                  <c:v>0.20730000000000001</c:v>
                </c:pt>
                <c:pt idx="376">
                  <c:v>0.27410000000000001</c:v>
                </c:pt>
                <c:pt idx="377">
                  <c:v>0.2752</c:v>
                </c:pt>
                <c:pt idx="378">
                  <c:v>0.26929999999999998</c:v>
                </c:pt>
                <c:pt idx="379">
                  <c:v>0.2417</c:v>
                </c:pt>
                <c:pt idx="380">
                  <c:v>0.34360000000000002</c:v>
                </c:pt>
                <c:pt idx="381">
                  <c:v>0.30940000000000001</c:v>
                </c:pt>
                <c:pt idx="382">
                  <c:v>0.39429999999999998</c:v>
                </c:pt>
                <c:pt idx="383">
                  <c:v>0.33279999999999998</c:v>
                </c:pt>
                <c:pt idx="384">
                  <c:v>0.2762</c:v>
                </c:pt>
                <c:pt idx="385">
                  <c:v>0.35389999999999999</c:v>
                </c:pt>
                <c:pt idx="386">
                  <c:v>0.38840000000000002</c:v>
                </c:pt>
                <c:pt idx="387">
                  <c:v>0.31469999999999998</c:v>
                </c:pt>
                <c:pt idx="388">
                  <c:v>0.28289999999999998</c:v>
                </c:pt>
                <c:pt idx="389">
                  <c:v>0.2727</c:v>
                </c:pt>
                <c:pt idx="390">
                  <c:v>0.24460000000000001</c:v>
                </c:pt>
                <c:pt idx="391">
                  <c:v>0.28129999999999999</c:v>
                </c:pt>
                <c:pt idx="392">
                  <c:v>0.27089999999999997</c:v>
                </c:pt>
                <c:pt idx="393">
                  <c:v>0.30890000000000001</c:v>
                </c:pt>
                <c:pt idx="394">
                  <c:v>0.2235</c:v>
                </c:pt>
                <c:pt idx="395">
                  <c:v>0.24790000000000001</c:v>
                </c:pt>
                <c:pt idx="396">
                  <c:v>0.28899999999999998</c:v>
                </c:pt>
                <c:pt idx="397">
                  <c:v>0.28470000000000001</c:v>
                </c:pt>
                <c:pt idx="398">
                  <c:v>0.2455</c:v>
                </c:pt>
                <c:pt idx="399">
                  <c:v>0.2999</c:v>
                </c:pt>
                <c:pt idx="400">
                  <c:v>0.30430000000000001</c:v>
                </c:pt>
                <c:pt idx="401">
                  <c:v>0.25779999999999997</c:v>
                </c:pt>
                <c:pt idx="402">
                  <c:v>0.23219999999999999</c:v>
                </c:pt>
                <c:pt idx="403">
                  <c:v>0.24759999999999999</c:v>
                </c:pt>
                <c:pt idx="404">
                  <c:v>0.26300000000000001</c:v>
                </c:pt>
                <c:pt idx="405">
                  <c:v>0.27010000000000001</c:v>
                </c:pt>
                <c:pt idx="406">
                  <c:v>0.2429</c:v>
                </c:pt>
                <c:pt idx="407">
                  <c:v>0.30759999999999998</c:v>
                </c:pt>
                <c:pt idx="408">
                  <c:v>0.38929999999999998</c:v>
                </c:pt>
                <c:pt idx="409">
                  <c:v>0.3528</c:v>
                </c:pt>
                <c:pt idx="410">
                  <c:v>0.30170000000000002</c:v>
                </c:pt>
                <c:pt idx="411">
                  <c:v>0.44109999999999999</c:v>
                </c:pt>
                <c:pt idx="412">
                  <c:v>0.39150000000000001</c:v>
                </c:pt>
                <c:pt idx="413">
                  <c:v>0.3846</c:v>
                </c:pt>
                <c:pt idx="414">
                  <c:v>0.28560000000000002</c:v>
                </c:pt>
                <c:pt idx="415">
                  <c:v>0.25330000000000003</c:v>
                </c:pt>
                <c:pt idx="416">
                  <c:v>0.2984</c:v>
                </c:pt>
                <c:pt idx="417">
                  <c:v>0.2611</c:v>
                </c:pt>
                <c:pt idx="418">
                  <c:v>0.3049</c:v>
                </c:pt>
                <c:pt idx="419">
                  <c:v>0.2828</c:v>
                </c:pt>
                <c:pt idx="420">
                  <c:v>0.30399999999999999</c:v>
                </c:pt>
                <c:pt idx="421">
                  <c:v>0.2429</c:v>
                </c:pt>
                <c:pt idx="422">
                  <c:v>0.30270000000000002</c:v>
                </c:pt>
                <c:pt idx="423">
                  <c:v>0.29609999999999997</c:v>
                </c:pt>
                <c:pt idx="424">
                  <c:v>0.2964</c:v>
                </c:pt>
                <c:pt idx="425">
                  <c:v>0.26490000000000002</c:v>
                </c:pt>
                <c:pt idx="426">
                  <c:v>0.22869999999999999</c:v>
                </c:pt>
                <c:pt idx="427">
                  <c:v>0.31180000000000002</c:v>
                </c:pt>
                <c:pt idx="428">
                  <c:v>0.26929999999999998</c:v>
                </c:pt>
                <c:pt idx="429">
                  <c:v>0.29699999999999999</c:v>
                </c:pt>
                <c:pt idx="430">
                  <c:v>0.2964</c:v>
                </c:pt>
                <c:pt idx="431">
                  <c:v>0.24229999999999999</c:v>
                </c:pt>
                <c:pt idx="432">
                  <c:v>0.24790000000000001</c:v>
                </c:pt>
                <c:pt idx="433">
                  <c:v>0.2742</c:v>
                </c:pt>
                <c:pt idx="434">
                  <c:v>0.30649999999999999</c:v>
                </c:pt>
                <c:pt idx="435">
                  <c:v>0.31740000000000002</c:v>
                </c:pt>
                <c:pt idx="436">
                  <c:v>0.26929999999999998</c:v>
                </c:pt>
                <c:pt idx="437">
                  <c:v>0.33910000000000001</c:v>
                </c:pt>
                <c:pt idx="438">
                  <c:v>0.32950000000000002</c:v>
                </c:pt>
                <c:pt idx="439">
                  <c:v>0.33260000000000001</c:v>
                </c:pt>
                <c:pt idx="440">
                  <c:v>0.30599999999999999</c:v>
                </c:pt>
                <c:pt idx="441">
                  <c:v>0.28889999999999999</c:v>
                </c:pt>
                <c:pt idx="442">
                  <c:v>0.3034</c:v>
                </c:pt>
                <c:pt idx="443">
                  <c:v>0.29239999999999999</c:v>
                </c:pt>
                <c:pt idx="444">
                  <c:v>0.24340000000000001</c:v>
                </c:pt>
                <c:pt idx="445">
                  <c:v>0.25940000000000002</c:v>
                </c:pt>
                <c:pt idx="446">
                  <c:v>0.28439999999999999</c:v>
                </c:pt>
                <c:pt idx="447">
                  <c:v>0.29780000000000001</c:v>
                </c:pt>
                <c:pt idx="448">
                  <c:v>0.37090000000000001</c:v>
                </c:pt>
                <c:pt idx="449">
                  <c:v>0.29249999999999998</c:v>
                </c:pt>
                <c:pt idx="450">
                  <c:v>0.32669999999999999</c:v>
                </c:pt>
                <c:pt idx="451">
                  <c:v>0.32</c:v>
                </c:pt>
                <c:pt idx="452">
                  <c:v>0.3458</c:v>
                </c:pt>
                <c:pt idx="453">
                  <c:v>0.30620000000000003</c:v>
                </c:pt>
                <c:pt idx="454">
                  <c:v>0.28010000000000002</c:v>
                </c:pt>
                <c:pt idx="455">
                  <c:v>0.33250000000000002</c:v>
                </c:pt>
                <c:pt idx="456">
                  <c:v>0.3548</c:v>
                </c:pt>
                <c:pt idx="457">
                  <c:v>0.24010000000000001</c:v>
                </c:pt>
                <c:pt idx="458">
                  <c:v>0.36780000000000002</c:v>
                </c:pt>
                <c:pt idx="459">
                  <c:v>0.37380000000000002</c:v>
                </c:pt>
                <c:pt idx="460">
                  <c:v>0.3745</c:v>
                </c:pt>
                <c:pt idx="461">
                  <c:v>0.2374</c:v>
                </c:pt>
                <c:pt idx="462">
                  <c:v>0.3553</c:v>
                </c:pt>
                <c:pt idx="463">
                  <c:v>0.35709999999999997</c:v>
                </c:pt>
                <c:pt idx="464">
                  <c:v>0.34920000000000001</c:v>
                </c:pt>
                <c:pt idx="465">
                  <c:v>0.38500000000000001</c:v>
                </c:pt>
                <c:pt idx="466">
                  <c:v>0.38290000000000002</c:v>
                </c:pt>
                <c:pt idx="467">
                  <c:v>0.32800000000000001</c:v>
                </c:pt>
                <c:pt idx="468">
                  <c:v>0.32090000000000002</c:v>
                </c:pt>
                <c:pt idx="469">
                  <c:v>0.26600000000000001</c:v>
                </c:pt>
                <c:pt idx="470">
                  <c:v>0.28689999999999999</c:v>
                </c:pt>
                <c:pt idx="471">
                  <c:v>0.22370000000000001</c:v>
                </c:pt>
                <c:pt idx="472">
                  <c:v>0.2102</c:v>
                </c:pt>
                <c:pt idx="473">
                  <c:v>0.17419999999999999</c:v>
                </c:pt>
                <c:pt idx="474">
                  <c:v>0.21079999999999999</c:v>
                </c:pt>
                <c:pt idx="475">
                  <c:v>0.1991</c:v>
                </c:pt>
                <c:pt idx="476">
                  <c:v>0.1973</c:v>
                </c:pt>
                <c:pt idx="477">
                  <c:v>0.24590000000000001</c:v>
                </c:pt>
                <c:pt idx="478">
                  <c:v>0.23369999999999999</c:v>
                </c:pt>
                <c:pt idx="479">
                  <c:v>0.21659999999999999</c:v>
                </c:pt>
                <c:pt idx="480">
                  <c:v>0.23580000000000001</c:v>
                </c:pt>
                <c:pt idx="481">
                  <c:v>0.27629999999999999</c:v>
                </c:pt>
                <c:pt idx="482">
                  <c:v>0.25519999999999998</c:v>
                </c:pt>
                <c:pt idx="483">
                  <c:v>0.312</c:v>
                </c:pt>
                <c:pt idx="484">
                  <c:v>0.38950000000000001</c:v>
                </c:pt>
                <c:pt idx="485">
                  <c:v>0.316</c:v>
                </c:pt>
                <c:pt idx="486">
                  <c:v>0.29499999999999998</c:v>
                </c:pt>
                <c:pt idx="487">
                  <c:v>0.3624</c:v>
                </c:pt>
                <c:pt idx="488">
                  <c:v>0.30449999999999999</c:v>
                </c:pt>
                <c:pt idx="489">
                  <c:v>0.33260000000000001</c:v>
                </c:pt>
                <c:pt idx="490">
                  <c:v>0.30380000000000001</c:v>
                </c:pt>
                <c:pt idx="491">
                  <c:v>0.34860000000000002</c:v>
                </c:pt>
                <c:pt idx="492">
                  <c:v>0.33839999999999998</c:v>
                </c:pt>
                <c:pt idx="493">
                  <c:v>0.31</c:v>
                </c:pt>
                <c:pt idx="494">
                  <c:v>0.34389999999999998</c:v>
                </c:pt>
                <c:pt idx="495">
                  <c:v>0.33879999999999999</c:v>
                </c:pt>
                <c:pt idx="496">
                  <c:v>0.31419999999999998</c:v>
                </c:pt>
                <c:pt idx="497">
                  <c:v>0.3054</c:v>
                </c:pt>
                <c:pt idx="498">
                  <c:v>0.2752</c:v>
                </c:pt>
                <c:pt idx="499">
                  <c:v>0.2722</c:v>
                </c:pt>
                <c:pt idx="500">
                  <c:v>0.30049999999999999</c:v>
                </c:pt>
                <c:pt idx="501">
                  <c:v>0.30640000000000001</c:v>
                </c:pt>
                <c:pt idx="502">
                  <c:v>0.31940000000000002</c:v>
                </c:pt>
                <c:pt idx="503">
                  <c:v>0.31419999999999998</c:v>
                </c:pt>
                <c:pt idx="504">
                  <c:v>0.33029999999999998</c:v>
                </c:pt>
                <c:pt idx="505">
                  <c:v>0.2823</c:v>
                </c:pt>
                <c:pt idx="506">
                  <c:v>0.21329999999999999</c:v>
                </c:pt>
                <c:pt idx="507">
                  <c:v>0.25319999999999998</c:v>
                </c:pt>
                <c:pt idx="508">
                  <c:v>0.28170000000000001</c:v>
                </c:pt>
                <c:pt idx="509">
                  <c:v>0.2218</c:v>
                </c:pt>
                <c:pt idx="510">
                  <c:v>0.27689999999999998</c:v>
                </c:pt>
                <c:pt idx="511">
                  <c:v>0.26100000000000001</c:v>
                </c:pt>
                <c:pt idx="512">
                  <c:v>0.28000000000000003</c:v>
                </c:pt>
                <c:pt idx="513">
                  <c:v>0.27739999999999998</c:v>
                </c:pt>
                <c:pt idx="514">
                  <c:v>0.29609999999999997</c:v>
                </c:pt>
                <c:pt idx="515">
                  <c:v>0.43709999999999999</c:v>
                </c:pt>
                <c:pt idx="516">
                  <c:v>0.40550000000000003</c:v>
                </c:pt>
                <c:pt idx="517">
                  <c:v>0.25119999999999998</c:v>
                </c:pt>
                <c:pt idx="518">
                  <c:v>0.31269999999999998</c:v>
                </c:pt>
                <c:pt idx="519">
                  <c:v>0.29799999999999999</c:v>
                </c:pt>
                <c:pt idx="520">
                  <c:v>0.34499999999999997</c:v>
                </c:pt>
                <c:pt idx="521">
                  <c:v>0.2321</c:v>
                </c:pt>
                <c:pt idx="522">
                  <c:v>0.30070000000000002</c:v>
                </c:pt>
                <c:pt idx="523">
                  <c:v>0.32719999999999999</c:v>
                </c:pt>
                <c:pt idx="524">
                  <c:v>0.30370000000000003</c:v>
                </c:pt>
                <c:pt idx="525">
                  <c:v>0.32769999999999999</c:v>
                </c:pt>
                <c:pt idx="526">
                  <c:v>0.31730000000000003</c:v>
                </c:pt>
                <c:pt idx="527">
                  <c:v>0.22570000000000001</c:v>
                </c:pt>
                <c:pt idx="528">
                  <c:v>0.2707</c:v>
                </c:pt>
                <c:pt idx="529">
                  <c:v>0.29380000000000001</c:v>
                </c:pt>
                <c:pt idx="530">
                  <c:v>0.30919999999999997</c:v>
                </c:pt>
                <c:pt idx="531">
                  <c:v>0.26540000000000002</c:v>
                </c:pt>
                <c:pt idx="532">
                  <c:v>0.24809999999999999</c:v>
                </c:pt>
                <c:pt idx="533">
                  <c:v>0.31009999999999999</c:v>
                </c:pt>
                <c:pt idx="534">
                  <c:v>0.37509999999999999</c:v>
                </c:pt>
                <c:pt idx="535">
                  <c:v>0.3357</c:v>
                </c:pt>
                <c:pt idx="536">
                  <c:v>0.25629999999999997</c:v>
                </c:pt>
                <c:pt idx="537">
                  <c:v>0.30559999999999998</c:v>
                </c:pt>
                <c:pt idx="538">
                  <c:v>0.28949999999999998</c:v>
                </c:pt>
                <c:pt idx="539">
                  <c:v>0.32040000000000002</c:v>
                </c:pt>
                <c:pt idx="540">
                  <c:v>0.28770000000000001</c:v>
                </c:pt>
                <c:pt idx="541">
                  <c:v>0.2903</c:v>
                </c:pt>
                <c:pt idx="542">
                  <c:v>0.29609999999999997</c:v>
                </c:pt>
                <c:pt idx="543">
                  <c:v>0.31619999999999998</c:v>
                </c:pt>
                <c:pt idx="544">
                  <c:v>0.3206</c:v>
                </c:pt>
                <c:pt idx="545">
                  <c:v>0.28310000000000002</c:v>
                </c:pt>
                <c:pt idx="546">
                  <c:v>0.31540000000000001</c:v>
                </c:pt>
                <c:pt idx="547">
                  <c:v>0.2858</c:v>
                </c:pt>
                <c:pt idx="548">
                  <c:v>0.30859999999999999</c:v>
                </c:pt>
                <c:pt idx="549">
                  <c:v>0.30990000000000001</c:v>
                </c:pt>
                <c:pt idx="550">
                  <c:v>0.26019999999999999</c:v>
                </c:pt>
                <c:pt idx="551">
                  <c:v>0.30220000000000002</c:v>
                </c:pt>
                <c:pt idx="552">
                  <c:v>0.34860000000000002</c:v>
                </c:pt>
                <c:pt idx="553">
                  <c:v>0.33929999999999999</c:v>
                </c:pt>
                <c:pt idx="554">
                  <c:v>0.32179999999999997</c:v>
                </c:pt>
                <c:pt idx="555">
                  <c:v>0.26960000000000001</c:v>
                </c:pt>
                <c:pt idx="556">
                  <c:v>0.33050000000000002</c:v>
                </c:pt>
                <c:pt idx="557">
                  <c:v>0.32350000000000001</c:v>
                </c:pt>
                <c:pt idx="558">
                  <c:v>0.31030000000000002</c:v>
                </c:pt>
                <c:pt idx="559">
                  <c:v>0.2326</c:v>
                </c:pt>
                <c:pt idx="560">
                  <c:v>0.29260000000000003</c:v>
                </c:pt>
                <c:pt idx="561">
                  <c:v>0.216</c:v>
                </c:pt>
                <c:pt idx="562">
                  <c:v>0.28789999999999999</c:v>
                </c:pt>
                <c:pt idx="563">
                  <c:v>0.30649999999999999</c:v>
                </c:pt>
                <c:pt idx="564">
                  <c:v>0.29559999999999997</c:v>
                </c:pt>
                <c:pt idx="565">
                  <c:v>0.22489999999999999</c:v>
                </c:pt>
                <c:pt idx="566">
                  <c:v>0.2306</c:v>
                </c:pt>
                <c:pt idx="567">
                  <c:v>0.33579999999999999</c:v>
                </c:pt>
                <c:pt idx="568">
                  <c:v>0.35220000000000001</c:v>
                </c:pt>
                <c:pt idx="569">
                  <c:v>0.32019999999999998</c:v>
                </c:pt>
                <c:pt idx="570">
                  <c:v>0.29909999999999998</c:v>
                </c:pt>
                <c:pt idx="571">
                  <c:v>0.31929999999999997</c:v>
                </c:pt>
                <c:pt idx="572">
                  <c:v>0.36259999999999998</c:v>
                </c:pt>
                <c:pt idx="573">
                  <c:v>0.32419999999999999</c:v>
                </c:pt>
                <c:pt idx="574">
                  <c:v>0.39629999999999999</c:v>
                </c:pt>
                <c:pt idx="575">
                  <c:v>0.35580000000000001</c:v>
                </c:pt>
                <c:pt idx="576">
                  <c:v>0.36620000000000003</c:v>
                </c:pt>
                <c:pt idx="577">
                  <c:v>0.33739999999999998</c:v>
                </c:pt>
                <c:pt idx="578">
                  <c:v>0.27589999999999998</c:v>
                </c:pt>
                <c:pt idx="579">
                  <c:v>0.33260000000000001</c:v>
                </c:pt>
                <c:pt idx="580">
                  <c:v>0.32079999999999997</c:v>
                </c:pt>
                <c:pt idx="581">
                  <c:v>0.29859999999999998</c:v>
                </c:pt>
                <c:pt idx="582">
                  <c:v>0.2797</c:v>
                </c:pt>
                <c:pt idx="583">
                  <c:v>0.32840000000000003</c:v>
                </c:pt>
                <c:pt idx="584">
                  <c:v>0.29189999999999999</c:v>
                </c:pt>
                <c:pt idx="585">
                  <c:v>0.35439999999999999</c:v>
                </c:pt>
                <c:pt idx="586">
                  <c:v>0.34250000000000003</c:v>
                </c:pt>
                <c:pt idx="587">
                  <c:v>0.34860000000000002</c:v>
                </c:pt>
                <c:pt idx="588">
                  <c:v>0.29210000000000003</c:v>
                </c:pt>
                <c:pt idx="589">
                  <c:v>0.35630000000000001</c:v>
                </c:pt>
                <c:pt idx="590">
                  <c:v>0.29730000000000001</c:v>
                </c:pt>
                <c:pt idx="591">
                  <c:v>0.35039999999999999</c:v>
                </c:pt>
                <c:pt idx="592">
                  <c:v>0.36209999999999998</c:v>
                </c:pt>
                <c:pt idx="593">
                  <c:v>0.31009999999999999</c:v>
                </c:pt>
                <c:pt idx="594">
                  <c:v>0.36499999999999999</c:v>
                </c:pt>
                <c:pt idx="595">
                  <c:v>0.36349999999999999</c:v>
                </c:pt>
                <c:pt idx="596">
                  <c:v>0.35360000000000003</c:v>
                </c:pt>
                <c:pt idx="597">
                  <c:v>0.33679999999999999</c:v>
                </c:pt>
                <c:pt idx="598">
                  <c:v>0.3967</c:v>
                </c:pt>
                <c:pt idx="599">
                  <c:v>0.3483</c:v>
                </c:pt>
                <c:pt idx="600">
                  <c:v>0.3498</c:v>
                </c:pt>
                <c:pt idx="601">
                  <c:v>0.36680000000000001</c:v>
                </c:pt>
                <c:pt idx="602">
                  <c:v>0.28870000000000001</c:v>
                </c:pt>
                <c:pt idx="603">
                  <c:v>0.3649</c:v>
                </c:pt>
                <c:pt idx="604">
                  <c:v>0.33539999999999998</c:v>
                </c:pt>
                <c:pt idx="605">
                  <c:v>0.31140000000000001</c:v>
                </c:pt>
                <c:pt idx="606">
                  <c:v>0.31440000000000001</c:v>
                </c:pt>
                <c:pt idx="607">
                  <c:v>0.30559999999999998</c:v>
                </c:pt>
                <c:pt idx="608">
                  <c:v>0.318</c:v>
                </c:pt>
                <c:pt idx="609">
                  <c:v>0.3236</c:v>
                </c:pt>
                <c:pt idx="610">
                  <c:v>0.29470000000000002</c:v>
                </c:pt>
                <c:pt idx="611">
                  <c:v>0.19189999999999999</c:v>
                </c:pt>
                <c:pt idx="612">
                  <c:v>0.27650000000000002</c:v>
                </c:pt>
                <c:pt idx="613">
                  <c:v>0.255</c:v>
                </c:pt>
                <c:pt idx="614">
                  <c:v>0.31009999999999999</c:v>
                </c:pt>
                <c:pt idx="615">
                  <c:v>0.29980000000000001</c:v>
                </c:pt>
                <c:pt idx="616">
                  <c:v>0.29770000000000002</c:v>
                </c:pt>
                <c:pt idx="617">
                  <c:v>0.30430000000000001</c:v>
                </c:pt>
                <c:pt idx="618">
                  <c:v>0.27260000000000001</c:v>
                </c:pt>
                <c:pt idx="619">
                  <c:v>0.33100000000000002</c:v>
                </c:pt>
                <c:pt idx="620">
                  <c:v>0.4244</c:v>
                </c:pt>
                <c:pt idx="621">
                  <c:v>0.34489999999999998</c:v>
                </c:pt>
                <c:pt idx="622">
                  <c:v>0.42509999999999998</c:v>
                </c:pt>
                <c:pt idx="623">
                  <c:v>0.42630000000000001</c:v>
                </c:pt>
                <c:pt idx="624">
                  <c:v>0.39739999999999998</c:v>
                </c:pt>
                <c:pt idx="625">
                  <c:v>0.35659999999999997</c:v>
                </c:pt>
                <c:pt idx="626">
                  <c:v>0.36580000000000001</c:v>
                </c:pt>
                <c:pt idx="627">
                  <c:v>0.37890000000000001</c:v>
                </c:pt>
                <c:pt idx="628">
                  <c:v>0.37990000000000002</c:v>
                </c:pt>
                <c:pt idx="629">
                  <c:v>0.38190000000000002</c:v>
                </c:pt>
                <c:pt idx="630">
                  <c:v>0.37219999999999998</c:v>
                </c:pt>
                <c:pt idx="631">
                  <c:v>0.39329999999999998</c:v>
                </c:pt>
                <c:pt idx="632">
                  <c:v>0.33169999999999999</c:v>
                </c:pt>
                <c:pt idx="633">
                  <c:v>0.34870000000000001</c:v>
                </c:pt>
                <c:pt idx="634">
                  <c:v>0.40139999999999998</c:v>
                </c:pt>
                <c:pt idx="635">
                  <c:v>0.36120000000000002</c:v>
                </c:pt>
                <c:pt idx="636">
                  <c:v>0.35370000000000001</c:v>
                </c:pt>
                <c:pt idx="637">
                  <c:v>0.39100000000000001</c:v>
                </c:pt>
                <c:pt idx="638">
                  <c:v>0.3755</c:v>
                </c:pt>
                <c:pt idx="639">
                  <c:v>0.40799999999999997</c:v>
                </c:pt>
                <c:pt idx="640">
                  <c:v>0.31619999999999998</c:v>
                </c:pt>
                <c:pt idx="641">
                  <c:v>0.34200000000000003</c:v>
                </c:pt>
                <c:pt idx="642">
                  <c:v>0.32129999999999997</c:v>
                </c:pt>
                <c:pt idx="643">
                  <c:v>0.36870000000000003</c:v>
                </c:pt>
                <c:pt idx="644">
                  <c:v>0.3448</c:v>
                </c:pt>
                <c:pt idx="645">
                  <c:v>0.27610000000000001</c:v>
                </c:pt>
                <c:pt idx="646">
                  <c:v>0.35339999999999999</c:v>
                </c:pt>
                <c:pt idx="647">
                  <c:v>0.3503</c:v>
                </c:pt>
                <c:pt idx="648">
                  <c:v>0.31569999999999998</c:v>
                </c:pt>
                <c:pt idx="649">
                  <c:v>0.31559999999999999</c:v>
                </c:pt>
                <c:pt idx="650">
                  <c:v>0.27010000000000001</c:v>
                </c:pt>
                <c:pt idx="651">
                  <c:v>0.29160000000000003</c:v>
                </c:pt>
                <c:pt idx="652">
                  <c:v>0.27600000000000002</c:v>
                </c:pt>
                <c:pt idx="653">
                  <c:v>0.24970000000000001</c:v>
                </c:pt>
                <c:pt idx="654">
                  <c:v>0.27850000000000003</c:v>
                </c:pt>
                <c:pt idx="655">
                  <c:v>0.31259999999999999</c:v>
                </c:pt>
                <c:pt idx="656">
                  <c:v>0.34089999999999998</c:v>
                </c:pt>
                <c:pt idx="657">
                  <c:v>0.41789999999999999</c:v>
                </c:pt>
                <c:pt idx="658">
                  <c:v>0.39750000000000002</c:v>
                </c:pt>
                <c:pt idx="659">
                  <c:v>0.34749999999999998</c:v>
                </c:pt>
                <c:pt idx="660">
                  <c:v>0.37380000000000002</c:v>
                </c:pt>
                <c:pt idx="661">
                  <c:v>0.33979999999999999</c:v>
                </c:pt>
                <c:pt idx="662">
                  <c:v>0.34610000000000002</c:v>
                </c:pt>
                <c:pt idx="663">
                  <c:v>0.30859999999999999</c:v>
                </c:pt>
                <c:pt idx="664">
                  <c:v>0.33700000000000002</c:v>
                </c:pt>
                <c:pt idx="665">
                  <c:v>0.25990000000000002</c:v>
                </c:pt>
                <c:pt idx="666">
                  <c:v>0.35220000000000001</c:v>
                </c:pt>
                <c:pt idx="667">
                  <c:v>0.3619</c:v>
                </c:pt>
                <c:pt idx="668">
                  <c:v>0.36509999999999998</c:v>
                </c:pt>
                <c:pt idx="669">
                  <c:v>0.33310000000000001</c:v>
                </c:pt>
                <c:pt idx="670">
                  <c:v>0.25319999999999998</c:v>
                </c:pt>
                <c:pt idx="671">
                  <c:v>0.35909999999999997</c:v>
                </c:pt>
                <c:pt idx="672">
                  <c:v>0.3644</c:v>
                </c:pt>
                <c:pt idx="673">
                  <c:v>0.34260000000000002</c:v>
                </c:pt>
                <c:pt idx="674">
                  <c:v>0.35199999999999998</c:v>
                </c:pt>
                <c:pt idx="675">
                  <c:v>0.35930000000000001</c:v>
                </c:pt>
                <c:pt idx="676">
                  <c:v>0.38519999999999999</c:v>
                </c:pt>
                <c:pt idx="677">
                  <c:v>0.37130000000000002</c:v>
                </c:pt>
                <c:pt idx="678">
                  <c:v>0.33329999999999999</c:v>
                </c:pt>
                <c:pt idx="679">
                  <c:v>0.36209999999999998</c:v>
                </c:pt>
                <c:pt idx="680">
                  <c:v>0.36649999999999999</c:v>
                </c:pt>
                <c:pt idx="681">
                  <c:v>0.3412</c:v>
                </c:pt>
                <c:pt idx="682">
                  <c:v>0.34310000000000002</c:v>
                </c:pt>
                <c:pt idx="683">
                  <c:v>0.26069999999999999</c:v>
                </c:pt>
                <c:pt idx="684">
                  <c:v>0.27739999999999998</c:v>
                </c:pt>
                <c:pt idx="685">
                  <c:v>0.35970000000000002</c:v>
                </c:pt>
                <c:pt idx="686">
                  <c:v>0.3987</c:v>
                </c:pt>
                <c:pt idx="687">
                  <c:v>0.30609999999999998</c:v>
                </c:pt>
                <c:pt idx="688">
                  <c:v>0.33379999999999999</c:v>
                </c:pt>
                <c:pt idx="689">
                  <c:v>0.32779999999999998</c:v>
                </c:pt>
                <c:pt idx="690">
                  <c:v>0.32790000000000002</c:v>
                </c:pt>
                <c:pt idx="691">
                  <c:v>0.36130000000000001</c:v>
                </c:pt>
                <c:pt idx="692">
                  <c:v>0.31540000000000001</c:v>
                </c:pt>
                <c:pt idx="693">
                  <c:v>0.3463</c:v>
                </c:pt>
                <c:pt idx="694">
                  <c:v>0.33610000000000001</c:v>
                </c:pt>
                <c:pt idx="695">
                  <c:v>0.34139999999999998</c:v>
                </c:pt>
                <c:pt idx="696">
                  <c:v>0.3931</c:v>
                </c:pt>
                <c:pt idx="697">
                  <c:v>0.31669999999999998</c:v>
                </c:pt>
                <c:pt idx="698">
                  <c:v>0.39150000000000001</c:v>
                </c:pt>
                <c:pt idx="699">
                  <c:v>0.31690000000000002</c:v>
                </c:pt>
                <c:pt idx="700">
                  <c:v>0.3795</c:v>
                </c:pt>
                <c:pt idx="701">
                  <c:v>0.35570000000000002</c:v>
                </c:pt>
                <c:pt idx="702">
                  <c:v>0.28050000000000003</c:v>
                </c:pt>
                <c:pt idx="703">
                  <c:v>0.31380000000000002</c:v>
                </c:pt>
                <c:pt idx="704">
                  <c:v>0.3024</c:v>
                </c:pt>
                <c:pt idx="705">
                  <c:v>0.32240000000000002</c:v>
                </c:pt>
                <c:pt idx="706">
                  <c:v>0.28849999999999998</c:v>
                </c:pt>
                <c:pt idx="707">
                  <c:v>0.34460000000000002</c:v>
                </c:pt>
                <c:pt idx="708">
                  <c:v>0.34150000000000003</c:v>
                </c:pt>
                <c:pt idx="709">
                  <c:v>0.33300000000000002</c:v>
                </c:pt>
                <c:pt idx="710">
                  <c:v>0.2994</c:v>
                </c:pt>
                <c:pt idx="711">
                  <c:v>0.2681</c:v>
                </c:pt>
                <c:pt idx="712">
                  <c:v>0.2833</c:v>
                </c:pt>
                <c:pt idx="713">
                  <c:v>0.30409999999999998</c:v>
                </c:pt>
                <c:pt idx="714">
                  <c:v>0.2974</c:v>
                </c:pt>
                <c:pt idx="715">
                  <c:v>0.2283</c:v>
                </c:pt>
                <c:pt idx="716">
                  <c:v>0.24729999999999999</c:v>
                </c:pt>
                <c:pt idx="717">
                  <c:v>0.35539999999999999</c:v>
                </c:pt>
                <c:pt idx="718">
                  <c:v>0.26169999999999999</c:v>
                </c:pt>
                <c:pt idx="719">
                  <c:v>0.33929999999999999</c:v>
                </c:pt>
                <c:pt idx="720">
                  <c:v>0.30780000000000002</c:v>
                </c:pt>
                <c:pt idx="721">
                  <c:v>0.4007</c:v>
                </c:pt>
                <c:pt idx="722">
                  <c:v>0.23519999999999999</c:v>
                </c:pt>
                <c:pt idx="723">
                  <c:v>0.24610000000000001</c:v>
                </c:pt>
                <c:pt idx="724">
                  <c:v>0.3165</c:v>
                </c:pt>
                <c:pt idx="725">
                  <c:v>0.33710000000000001</c:v>
                </c:pt>
                <c:pt idx="726">
                  <c:v>0.37880000000000003</c:v>
                </c:pt>
                <c:pt idx="727">
                  <c:v>0.43319999999999997</c:v>
                </c:pt>
                <c:pt idx="728">
                  <c:v>0.46939999999999998</c:v>
                </c:pt>
                <c:pt idx="729">
                  <c:v>0.45750000000000002</c:v>
                </c:pt>
                <c:pt idx="730">
                  <c:v>0.45600000000000002</c:v>
                </c:pt>
                <c:pt idx="731">
                  <c:v>0.48220000000000002</c:v>
                </c:pt>
                <c:pt idx="732">
                  <c:v>0.4672</c:v>
                </c:pt>
                <c:pt idx="733">
                  <c:v>0.48730000000000001</c:v>
                </c:pt>
                <c:pt idx="734">
                  <c:v>0.4259</c:v>
                </c:pt>
                <c:pt idx="735">
                  <c:v>0.45850000000000002</c:v>
                </c:pt>
                <c:pt idx="736">
                  <c:v>0.46800000000000003</c:v>
                </c:pt>
                <c:pt idx="737">
                  <c:v>0.43980000000000002</c:v>
                </c:pt>
                <c:pt idx="738">
                  <c:v>0.41749999999999998</c:v>
                </c:pt>
                <c:pt idx="739">
                  <c:v>0.3952</c:v>
                </c:pt>
                <c:pt idx="740">
                  <c:v>0.43130000000000002</c:v>
                </c:pt>
                <c:pt idx="741">
                  <c:v>0.37809999999999999</c:v>
                </c:pt>
                <c:pt idx="742">
                  <c:v>0.43120000000000003</c:v>
                </c:pt>
                <c:pt idx="743">
                  <c:v>0.46179999999999999</c:v>
                </c:pt>
                <c:pt idx="744">
                  <c:v>0.35249999999999998</c:v>
                </c:pt>
                <c:pt idx="745">
                  <c:v>0.4486</c:v>
                </c:pt>
                <c:pt idx="746">
                  <c:v>0.45579999999999998</c:v>
                </c:pt>
                <c:pt idx="747">
                  <c:v>0.40799999999999997</c:v>
                </c:pt>
                <c:pt idx="748">
                  <c:v>0.45129999999999998</c:v>
                </c:pt>
                <c:pt idx="749">
                  <c:v>0.4652</c:v>
                </c:pt>
                <c:pt idx="750">
                  <c:v>0.43340000000000001</c:v>
                </c:pt>
                <c:pt idx="751">
                  <c:v>0.45400000000000001</c:v>
                </c:pt>
                <c:pt idx="752">
                  <c:v>0.42970000000000003</c:v>
                </c:pt>
                <c:pt idx="753">
                  <c:v>0.43640000000000001</c:v>
                </c:pt>
                <c:pt idx="754">
                  <c:v>0.37390000000000001</c:v>
                </c:pt>
                <c:pt idx="755">
                  <c:v>0.40229999999999999</c:v>
                </c:pt>
                <c:pt idx="756">
                  <c:v>0.37409999999999999</c:v>
                </c:pt>
                <c:pt idx="757">
                  <c:v>0.37430000000000002</c:v>
                </c:pt>
                <c:pt idx="758">
                  <c:v>0.41060000000000002</c:v>
                </c:pt>
                <c:pt idx="759">
                  <c:v>0.39460000000000001</c:v>
                </c:pt>
                <c:pt idx="760">
                  <c:v>0.40410000000000001</c:v>
                </c:pt>
                <c:pt idx="761">
                  <c:v>0.44340000000000002</c:v>
                </c:pt>
                <c:pt idx="762">
                  <c:v>0.58520000000000005</c:v>
                </c:pt>
                <c:pt idx="763">
                  <c:v>0.54990000000000006</c:v>
                </c:pt>
                <c:pt idx="764">
                  <c:v>0.48110000000000003</c:v>
                </c:pt>
                <c:pt idx="765">
                  <c:v>0.52729999999999999</c:v>
                </c:pt>
                <c:pt idx="766">
                  <c:v>0.50870000000000004</c:v>
                </c:pt>
                <c:pt idx="767">
                  <c:v>0.49149999999999999</c:v>
                </c:pt>
                <c:pt idx="768">
                  <c:v>0.41620000000000001</c:v>
                </c:pt>
                <c:pt idx="769">
                  <c:v>0.45090000000000002</c:v>
                </c:pt>
                <c:pt idx="770">
                  <c:v>0.3569</c:v>
                </c:pt>
                <c:pt idx="771">
                  <c:v>0.41799999999999998</c:v>
                </c:pt>
                <c:pt idx="772">
                  <c:v>0.4022</c:v>
                </c:pt>
                <c:pt idx="773">
                  <c:v>0.41599999999999998</c:v>
                </c:pt>
                <c:pt idx="774">
                  <c:v>0.31979999999999997</c:v>
                </c:pt>
                <c:pt idx="775">
                  <c:v>0.40889999999999999</c:v>
                </c:pt>
                <c:pt idx="776">
                  <c:v>0.4466</c:v>
                </c:pt>
                <c:pt idx="777">
                  <c:v>0.45140000000000002</c:v>
                </c:pt>
                <c:pt idx="778">
                  <c:v>0.42949999999999999</c:v>
                </c:pt>
                <c:pt idx="779">
                  <c:v>0.4446</c:v>
                </c:pt>
                <c:pt idx="780">
                  <c:v>0.40600000000000003</c:v>
                </c:pt>
                <c:pt idx="781">
                  <c:v>0.40600000000000003</c:v>
                </c:pt>
                <c:pt idx="782">
                  <c:v>0.33179999999999998</c:v>
                </c:pt>
                <c:pt idx="783">
                  <c:v>0.42509999999999998</c:v>
                </c:pt>
                <c:pt idx="784">
                  <c:v>0.40970000000000001</c:v>
                </c:pt>
                <c:pt idx="785">
                  <c:v>0.4219</c:v>
                </c:pt>
                <c:pt idx="786">
                  <c:v>0.41610000000000003</c:v>
                </c:pt>
                <c:pt idx="787">
                  <c:v>0.4425</c:v>
                </c:pt>
                <c:pt idx="788">
                  <c:v>0.36059999999999998</c:v>
                </c:pt>
                <c:pt idx="789">
                  <c:v>0.41710000000000003</c:v>
                </c:pt>
                <c:pt idx="790">
                  <c:v>0.40189999999999998</c:v>
                </c:pt>
                <c:pt idx="791">
                  <c:v>0.40870000000000001</c:v>
                </c:pt>
                <c:pt idx="792">
                  <c:v>0.41360000000000002</c:v>
                </c:pt>
                <c:pt idx="793">
                  <c:v>0.32769999999999999</c:v>
                </c:pt>
                <c:pt idx="794">
                  <c:v>0.373</c:v>
                </c:pt>
                <c:pt idx="795">
                  <c:v>0.3977</c:v>
                </c:pt>
                <c:pt idx="796">
                  <c:v>0.3276</c:v>
                </c:pt>
                <c:pt idx="797">
                  <c:v>0.3831</c:v>
                </c:pt>
                <c:pt idx="798">
                  <c:v>0.36770000000000003</c:v>
                </c:pt>
                <c:pt idx="799">
                  <c:v>0.33040000000000003</c:v>
                </c:pt>
                <c:pt idx="800">
                  <c:v>0.3826</c:v>
                </c:pt>
                <c:pt idx="801">
                  <c:v>0.32290000000000002</c:v>
                </c:pt>
                <c:pt idx="802">
                  <c:v>0.36409999999999998</c:v>
                </c:pt>
                <c:pt idx="803">
                  <c:v>0.40799999999999997</c:v>
                </c:pt>
                <c:pt idx="804">
                  <c:v>0.4017</c:v>
                </c:pt>
                <c:pt idx="805">
                  <c:v>0.39489999999999997</c:v>
                </c:pt>
                <c:pt idx="806">
                  <c:v>0.37380000000000002</c:v>
                </c:pt>
                <c:pt idx="807">
                  <c:v>0.36449999999999999</c:v>
                </c:pt>
                <c:pt idx="808">
                  <c:v>0.37340000000000001</c:v>
                </c:pt>
              </c:numCache>
            </c:numRef>
          </c:val>
          <c:smooth val="0"/>
          <c:extLst>
            <c:ext xmlns:c16="http://schemas.microsoft.com/office/drawing/2014/chart" uri="{C3380CC4-5D6E-409C-BE32-E72D297353CC}">
              <c16:uniqueId val="{00000002-1A79-4C07-8A4F-1C59607FA1D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2"/>
        <c:crosses val="autoZero"/>
        <c:auto val="1"/>
        <c:lblAlgn val="ctr"/>
        <c:lblOffset val="100"/>
        <c:tickLblSkip val="52"/>
        <c:noMultiLvlLbl val="1"/>
      </c:catAx>
      <c:valAx>
        <c:axId val="2094734552"/>
        <c:scaling>
          <c:orientation val="minMax"/>
          <c:max val="0.7"/>
          <c:min val="0"/>
        </c:scaling>
        <c:delete val="0"/>
        <c:axPos val="l"/>
        <c:majorGridlines>
          <c:spPr>
            <a:ln w="6350"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majorUnit val="0.1"/>
      </c:valAx>
      <c:spPr>
        <a:noFill/>
        <a:ln>
          <a:noFill/>
        </a:ln>
        <a:effectLst/>
      </c:spPr>
    </c:plotArea>
    <c:legend>
      <c:legendPos val="t"/>
      <c:overlay val="0"/>
      <c:txPr>
        <a:bodyPr/>
        <a:lstStyle/>
        <a:p>
          <a:pPr>
            <a:defRPr sz="10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52514E"/>
                </a:solidFill>
                <a:latin typeface="Calibri"/>
              </a:defRPr>
            </a:pPr>
            <a:r>
              <a:rPr lang="en-US" sz="1200" b="0" i="0" u="none" strike="noStrike">
                <a:solidFill>
                  <a:srgbClr val="52514E"/>
                </a:solidFill>
                <a:latin typeface="Calibri"/>
              </a:rPr>
              <a:t>Share of tweets that are angry, given what you know</a:t>
            </a:r>
          </a:p>
        </c:rich>
      </c:tx>
      <c:overlay val="0"/>
    </c:title>
    <c:autoTitleDeleted val="0"/>
    <c:plotArea>
      <c:layout/>
      <c:barChart>
        <c:barDir val="bar"/>
        <c:grouping val="clustered"/>
        <c:varyColors val="0"/>
        <c:ser>
          <c:idx val="0"/>
          <c:order val="0"/>
          <c:tx>
            <c:strRef>
              <c:f>Sheet1!$B$1</c:f>
              <c:strCache>
                <c:ptCount val="1"/>
                <c:pt idx="0">
                  <c:v>P(angry)</c:v>
                </c:pt>
              </c:strCache>
            </c:strRef>
          </c:tx>
          <c:spPr>
            <a:solidFill>
              <a:srgbClr val="0B0B0B"/>
            </a:solidFill>
            <a:effectLst/>
          </c:spPr>
          <c:invertIfNegative val="0"/>
          <c:dLbls>
            <c:numFmt formatCode="0&quot;%&quot;" sourceLinked="0"/>
            <c:spPr>
              <a:noFill/>
              <a:ln>
                <a:noFill/>
              </a:ln>
              <a:effectLst/>
            </c:spPr>
            <c:txPr>
              <a:bodyPr/>
              <a:lstStyle/>
              <a:p>
                <a:pPr>
                  <a:defRPr sz="1000" b="0" i="0" u="none" strike="noStrike">
                    <a:solidFill>
                      <a:srgbClr val="5251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Nothing</c:v>
                </c:pt>
                <c:pt idx="1">
                  <c:v>It's a Democrat</c:v>
                </c:pt>
                <c:pt idx="2">
                  <c:v>It's 12 to 4 am</c:v>
                </c:pt>
                <c:pt idx="3">
                  <c:v>A Democrat, Trump's 2nd term</c:v>
                </c:pt>
                <c:pt idx="4">
                  <c:v>and it's working hours</c:v>
                </c:pt>
                <c:pt idx="5">
                  <c:v>and it's Chris Van Hollen</c:v>
                </c:pt>
              </c:strCache>
            </c:strRef>
          </c:cat>
          <c:val>
            <c:numRef>
              <c:f>Sheet1!$B$2:$B$7</c:f>
              <c:numCache>
                <c:formatCode>General</c:formatCode>
                <c:ptCount val="6"/>
                <c:pt idx="0">
                  <c:v>29.3</c:v>
                </c:pt>
                <c:pt idx="1">
                  <c:v>28.7</c:v>
                </c:pt>
                <c:pt idx="2">
                  <c:v>37.5</c:v>
                </c:pt>
                <c:pt idx="3">
                  <c:v>51.8</c:v>
                </c:pt>
                <c:pt idx="4">
                  <c:v>52.1</c:v>
                </c:pt>
                <c:pt idx="5">
                  <c:v>90.3</c:v>
                </c:pt>
              </c:numCache>
            </c:numRef>
          </c:val>
          <c:extLst>
            <c:ext xmlns:c16="http://schemas.microsoft.com/office/drawing/2014/chart" uri="{C3380CC4-5D6E-409C-BE32-E72D297353CC}">
              <c16:uniqueId val="{00000000-16DA-4255-936A-742C01D2BFC7}"/>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t"/>
        <c:majorGridlines>
          <c:spPr>
            <a:ln w="6350" cap="flat">
              <a:solidFill>
                <a:srgbClr val="E1E0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2514E"/>
                </a:solidFill>
                <a:latin typeface="Calibri"/>
              </a:defRPr>
            </a:pPr>
            <a:r>
              <a:rPr lang="en-US" sz="1100" b="0" i="0" u="none" strike="noStrike">
                <a:solidFill>
                  <a:srgbClr val="52514E"/>
                </a:solidFill>
                <a:latin typeface="Calibri"/>
              </a:rPr>
              <a:t>Polarizing tweets: angry or disgusted, aimed at the other party</a:t>
            </a:r>
          </a:p>
        </c:rich>
      </c:tx>
      <c:overlay val="0"/>
    </c:title>
    <c:autoTitleDeleted val="0"/>
    <c:plotArea>
      <c:layout/>
      <c:lineChart>
        <c:grouping val="standard"/>
        <c:varyColors val="0"/>
        <c:ser>
          <c:idx val="0"/>
          <c:order val="0"/>
          <c:tx>
            <c:strRef>
              <c:f>Sheet1!$B$1</c:f>
              <c:strCache>
                <c:ptCount val="1"/>
                <c:pt idx="0">
                  <c:v>Democrats, polarizing</c:v>
                </c:pt>
              </c:strCache>
            </c:strRef>
          </c:tx>
          <c:spPr>
            <a:ln w="31750" cap="flat">
              <a:solidFill>
                <a:srgbClr val="2A78D6"/>
              </a:solidFill>
              <a:prstDash val="solid"/>
              <a:round/>
            </a:ln>
            <a:effectLst/>
          </c:spPr>
          <c:marker>
            <c:symbol val="circle"/>
            <c:size val="5"/>
            <c:spPr>
              <a:solidFill>
                <a:srgbClr val="2A78D6"/>
              </a:solidFill>
              <a:ln w="9525" cap="flat">
                <a:solidFill>
                  <a:srgbClr val="2A78D6"/>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Sheet1!$B$2:$B$17</c:f>
              <c:numCache>
                <c:formatCode>General</c:formatCode>
                <c:ptCount val="16"/>
                <c:pt idx="0">
                  <c:v>6.4</c:v>
                </c:pt>
                <c:pt idx="1">
                  <c:v>4</c:v>
                </c:pt>
                <c:pt idx="2">
                  <c:v>3</c:v>
                </c:pt>
                <c:pt idx="3">
                  <c:v>1.9</c:v>
                </c:pt>
                <c:pt idx="4">
                  <c:v>2.2999999999999998</c:v>
                </c:pt>
                <c:pt idx="5">
                  <c:v>3</c:v>
                </c:pt>
                <c:pt idx="6">
                  <c:v>17.5</c:v>
                </c:pt>
                <c:pt idx="7">
                  <c:v>17.100000000000001</c:v>
                </c:pt>
                <c:pt idx="8">
                  <c:v>13.3</c:v>
                </c:pt>
                <c:pt idx="9">
                  <c:v>11.7</c:v>
                </c:pt>
                <c:pt idx="10">
                  <c:v>5</c:v>
                </c:pt>
                <c:pt idx="11">
                  <c:v>5.5</c:v>
                </c:pt>
                <c:pt idx="12">
                  <c:v>10.4</c:v>
                </c:pt>
                <c:pt idx="13">
                  <c:v>9.5</c:v>
                </c:pt>
                <c:pt idx="14">
                  <c:v>34.6</c:v>
                </c:pt>
                <c:pt idx="15">
                  <c:v>28.4</c:v>
                </c:pt>
              </c:numCache>
            </c:numRef>
          </c:val>
          <c:smooth val="0"/>
          <c:extLst>
            <c:ext xmlns:c16="http://schemas.microsoft.com/office/drawing/2014/chart" uri="{C3380CC4-5D6E-409C-BE32-E72D297353CC}">
              <c16:uniqueId val="{00000000-3E3F-4119-9A0F-0B01297BD0F9}"/>
            </c:ext>
          </c:extLst>
        </c:ser>
        <c:ser>
          <c:idx val="1"/>
          <c:order val="1"/>
          <c:tx>
            <c:strRef>
              <c:f>Sheet1!$C$1</c:f>
              <c:strCache>
                <c:ptCount val="1"/>
                <c:pt idx="0">
                  <c:v>Republicans, polarizing</c:v>
                </c:pt>
              </c:strCache>
            </c:strRef>
          </c:tx>
          <c:spPr>
            <a:ln w="31750" cap="flat">
              <a:solidFill>
                <a:srgbClr val="E34948"/>
              </a:solidFill>
              <a:prstDash val="solid"/>
              <a:round/>
            </a:ln>
            <a:effectLst/>
          </c:spPr>
          <c:marker>
            <c:symbol val="circle"/>
            <c:size val="5"/>
            <c:spPr>
              <a:solidFill>
                <a:srgbClr val="E34948"/>
              </a:solidFill>
              <a:ln w="9525" cap="flat">
                <a:solidFill>
                  <a:srgbClr val="E34948"/>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Sheet1!$C$2:$C$17</c:f>
              <c:numCache>
                <c:formatCode>General</c:formatCode>
                <c:ptCount val="16"/>
                <c:pt idx="0">
                  <c:v>3.9</c:v>
                </c:pt>
                <c:pt idx="1">
                  <c:v>6.4</c:v>
                </c:pt>
                <c:pt idx="2">
                  <c:v>10.4</c:v>
                </c:pt>
                <c:pt idx="3">
                  <c:v>6.3</c:v>
                </c:pt>
                <c:pt idx="4">
                  <c:v>3.2</c:v>
                </c:pt>
                <c:pt idx="5">
                  <c:v>3.2</c:v>
                </c:pt>
                <c:pt idx="6">
                  <c:v>1.9</c:v>
                </c:pt>
                <c:pt idx="7">
                  <c:v>2.5</c:v>
                </c:pt>
                <c:pt idx="8">
                  <c:v>9.4</c:v>
                </c:pt>
                <c:pt idx="9">
                  <c:v>9</c:v>
                </c:pt>
                <c:pt idx="10">
                  <c:v>23.5</c:v>
                </c:pt>
                <c:pt idx="11">
                  <c:v>25.3</c:v>
                </c:pt>
                <c:pt idx="12">
                  <c:v>20.399999999999999</c:v>
                </c:pt>
                <c:pt idx="13">
                  <c:v>21.4</c:v>
                </c:pt>
                <c:pt idx="14">
                  <c:v>13</c:v>
                </c:pt>
                <c:pt idx="15">
                  <c:v>8.1999999999999993</c:v>
                </c:pt>
              </c:numCache>
            </c:numRef>
          </c:val>
          <c:smooth val="0"/>
          <c:extLst>
            <c:ext xmlns:c16="http://schemas.microsoft.com/office/drawing/2014/chart" uri="{C3380CC4-5D6E-409C-BE32-E72D297353CC}">
              <c16:uniqueId val="{00000001-3E3F-4119-9A0F-0B01297BD0F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1E0D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majorUnit val="10"/>
      </c:valAx>
      <c:spPr>
        <a:noFill/>
        <a:ln>
          <a:noFill/>
        </a:ln>
        <a:effectLst/>
      </c:spPr>
    </c:plotArea>
    <c:legend>
      <c:legendPos val="t"/>
      <c:overlay val="0"/>
      <c:txPr>
        <a:bodyPr/>
        <a:lstStyle/>
        <a:p>
          <a:pPr>
            <a:defRPr sz="10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2514E"/>
                </a:solidFill>
                <a:latin typeface="Calibri"/>
              </a:defRPr>
            </a:pPr>
            <a:r>
              <a:rPr lang="en-US" sz="1100" b="0" i="0" u="none" strike="noStrike">
                <a:solidFill>
                  <a:srgbClr val="52514E"/>
                </a:solidFill>
                <a:latin typeface="Calibri"/>
              </a:rPr>
              <a:t>Civic unity tweets: positive, and explicitly cross-party</a:t>
            </a:r>
          </a:p>
        </c:rich>
      </c:tx>
      <c:overlay val="0"/>
    </c:title>
    <c:autoTitleDeleted val="0"/>
    <c:plotArea>
      <c:layout/>
      <c:lineChart>
        <c:grouping val="standard"/>
        <c:varyColors val="0"/>
        <c:ser>
          <c:idx val="0"/>
          <c:order val="0"/>
          <c:tx>
            <c:strRef>
              <c:f>Sheet1!$B$1</c:f>
              <c:strCache>
                <c:ptCount val="1"/>
                <c:pt idx="0">
                  <c:v>Democrats, civic unity</c:v>
                </c:pt>
              </c:strCache>
            </c:strRef>
          </c:tx>
          <c:spPr>
            <a:ln w="31750" cap="flat">
              <a:solidFill>
                <a:srgbClr val="2A78D6"/>
              </a:solidFill>
              <a:prstDash val="solid"/>
              <a:round/>
            </a:ln>
            <a:effectLst/>
          </c:spPr>
          <c:marker>
            <c:symbol val="diamond"/>
            <c:size val="5"/>
            <c:spPr>
              <a:solidFill>
                <a:srgbClr val="2A78D6"/>
              </a:solidFill>
              <a:ln w="9525" cap="flat">
                <a:solidFill>
                  <a:srgbClr val="2A78D6"/>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Sheet1!$B$2:$B$17</c:f>
              <c:numCache>
                <c:formatCode>General</c:formatCode>
                <c:ptCount val="16"/>
                <c:pt idx="0">
                  <c:v>1.3</c:v>
                </c:pt>
                <c:pt idx="1">
                  <c:v>1.6</c:v>
                </c:pt>
                <c:pt idx="2">
                  <c:v>2.5</c:v>
                </c:pt>
                <c:pt idx="3">
                  <c:v>1.6</c:v>
                </c:pt>
                <c:pt idx="4">
                  <c:v>2.1</c:v>
                </c:pt>
                <c:pt idx="5">
                  <c:v>1.7</c:v>
                </c:pt>
                <c:pt idx="6">
                  <c:v>2</c:v>
                </c:pt>
                <c:pt idx="7">
                  <c:v>3.2</c:v>
                </c:pt>
                <c:pt idx="8">
                  <c:v>3.7</c:v>
                </c:pt>
                <c:pt idx="9">
                  <c:v>3.4</c:v>
                </c:pt>
                <c:pt idx="10">
                  <c:v>4.7</c:v>
                </c:pt>
                <c:pt idx="11">
                  <c:v>5.5</c:v>
                </c:pt>
                <c:pt idx="12">
                  <c:v>5.4</c:v>
                </c:pt>
                <c:pt idx="13">
                  <c:v>5.6</c:v>
                </c:pt>
                <c:pt idx="14">
                  <c:v>2.7</c:v>
                </c:pt>
                <c:pt idx="15">
                  <c:v>2.6</c:v>
                </c:pt>
              </c:numCache>
            </c:numRef>
          </c:val>
          <c:smooth val="0"/>
          <c:extLst>
            <c:ext xmlns:c16="http://schemas.microsoft.com/office/drawing/2014/chart" uri="{C3380CC4-5D6E-409C-BE32-E72D297353CC}">
              <c16:uniqueId val="{00000000-7F5F-48A0-B2E4-B2591FDEC5A3}"/>
            </c:ext>
          </c:extLst>
        </c:ser>
        <c:ser>
          <c:idx val="1"/>
          <c:order val="1"/>
          <c:tx>
            <c:strRef>
              <c:f>Sheet1!$C$1</c:f>
              <c:strCache>
                <c:ptCount val="1"/>
                <c:pt idx="0">
                  <c:v>Republicans, civic unity</c:v>
                </c:pt>
              </c:strCache>
            </c:strRef>
          </c:tx>
          <c:spPr>
            <a:ln w="31750" cap="flat">
              <a:solidFill>
                <a:srgbClr val="E34948"/>
              </a:solidFill>
              <a:prstDash val="solid"/>
              <a:round/>
            </a:ln>
            <a:effectLst/>
          </c:spPr>
          <c:marker>
            <c:symbol val="diamond"/>
            <c:size val="5"/>
            <c:spPr>
              <a:solidFill>
                <a:srgbClr val="E34948"/>
              </a:solidFill>
              <a:ln w="9525" cap="flat">
                <a:solidFill>
                  <a:srgbClr val="E34948"/>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Sheet1!$C$2:$C$17</c:f>
              <c:numCache>
                <c:formatCode>General</c:formatCode>
                <c:ptCount val="16"/>
                <c:pt idx="0">
                  <c:v>0.8</c:v>
                </c:pt>
                <c:pt idx="1">
                  <c:v>1.2</c:v>
                </c:pt>
                <c:pt idx="2">
                  <c:v>1.3</c:v>
                </c:pt>
                <c:pt idx="3">
                  <c:v>1.4</c:v>
                </c:pt>
                <c:pt idx="4">
                  <c:v>1.7</c:v>
                </c:pt>
                <c:pt idx="5">
                  <c:v>1.6</c:v>
                </c:pt>
                <c:pt idx="6">
                  <c:v>2.4</c:v>
                </c:pt>
                <c:pt idx="7">
                  <c:v>4.2</c:v>
                </c:pt>
                <c:pt idx="8">
                  <c:v>4.2</c:v>
                </c:pt>
                <c:pt idx="9">
                  <c:v>3.6</c:v>
                </c:pt>
                <c:pt idx="10">
                  <c:v>3</c:v>
                </c:pt>
                <c:pt idx="11">
                  <c:v>2.2000000000000002</c:v>
                </c:pt>
                <c:pt idx="12">
                  <c:v>2.8</c:v>
                </c:pt>
                <c:pt idx="13">
                  <c:v>2.6</c:v>
                </c:pt>
                <c:pt idx="14">
                  <c:v>2.5</c:v>
                </c:pt>
                <c:pt idx="15">
                  <c:v>2.5</c:v>
                </c:pt>
              </c:numCache>
            </c:numRef>
          </c:val>
          <c:smooth val="0"/>
          <c:extLst>
            <c:ext xmlns:c16="http://schemas.microsoft.com/office/drawing/2014/chart" uri="{C3380CC4-5D6E-409C-BE32-E72D297353CC}">
              <c16:uniqueId val="{00000001-7F5F-48A0-B2E4-B2591FDEC5A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1E0D9"/>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majorUnit val="2"/>
      </c:valAx>
      <c:spPr>
        <a:noFill/>
        <a:ln>
          <a:noFill/>
        </a:ln>
        <a:effectLst/>
      </c:spPr>
    </c:plotArea>
    <c:legend>
      <c:legendPos val="t"/>
      <c:overlay val="0"/>
      <c:txPr>
        <a:bodyPr/>
        <a:lstStyle/>
        <a:p>
          <a:pPr>
            <a:defRPr sz="1000">
              <a:solidFill>
                <a:srgbClr val="52514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52514E"/>
                </a:solidFill>
                <a:latin typeface="Calibri"/>
              </a:defRPr>
            </a:pPr>
            <a:r>
              <a:rPr lang="en-US" sz="1100" b="0" i="0" u="none" strike="noStrike">
                <a:solidFill>
                  <a:srgbClr val="52514E"/>
                </a:solidFill>
                <a:latin typeface="Calibri"/>
              </a:rPr>
              <a:t>How far apart the parties feel (distance between 11-emotion profiles)</a:t>
            </a:r>
          </a:p>
        </c:rich>
      </c:tx>
      <c:overlay val="0"/>
    </c:title>
    <c:autoTitleDeleted val="0"/>
    <c:plotArea>
      <c:layout/>
      <c:lineChart>
        <c:grouping val="standard"/>
        <c:varyColors val="0"/>
        <c:ser>
          <c:idx val="0"/>
          <c:order val="0"/>
          <c:tx>
            <c:strRef>
              <c:f>Sheet1!$B$1</c:f>
              <c:strCache>
                <c:ptCount val="1"/>
                <c:pt idx="0">
                  <c:v>distance</c:v>
                </c:pt>
              </c:strCache>
            </c:strRef>
          </c:tx>
          <c:spPr>
            <a:ln w="31750" cap="flat">
              <a:solidFill>
                <a:srgbClr val="0B0B0B"/>
              </a:solidFill>
              <a:prstDash val="solid"/>
              <a:round/>
            </a:ln>
            <a:effectLst/>
          </c:spPr>
          <c:marker>
            <c:symbol val="circle"/>
            <c:size val="5"/>
            <c:spPr>
              <a:solidFill>
                <a:srgbClr val="0B0B0B"/>
              </a:solidFill>
              <a:ln w="9525" cap="flat">
                <a:solidFill>
                  <a:srgbClr val="0B0B0B"/>
                </a:solidFill>
                <a:prstDash val="solid"/>
                <a:round/>
              </a:ln>
              <a:effectLst/>
            </c:spPr>
          </c:marker>
          <c:cat>
            <c:strRef>
              <c:f>Sheet1!$A$2:$A$17</c:f>
              <c:strCache>
                <c:ptCount val="16"/>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pt idx="14">
                  <c:v>2025</c:v>
                </c:pt>
                <c:pt idx="15">
                  <c:v>2026</c:v>
                </c:pt>
              </c:strCache>
            </c:strRef>
          </c:cat>
          <c:val>
            <c:numRef>
              <c:f>Sheet1!$B$2:$B$17</c:f>
              <c:numCache>
                <c:formatCode>General</c:formatCode>
                <c:ptCount val="16"/>
                <c:pt idx="0">
                  <c:v>6.2899999999999998E-2</c:v>
                </c:pt>
                <c:pt idx="1">
                  <c:v>0.1353</c:v>
                </c:pt>
                <c:pt idx="2">
                  <c:v>0.1613</c:v>
                </c:pt>
                <c:pt idx="3">
                  <c:v>0.13650000000000001</c:v>
                </c:pt>
                <c:pt idx="4">
                  <c:v>8.1600000000000006E-2</c:v>
                </c:pt>
                <c:pt idx="5">
                  <c:v>8.3500000000000005E-2</c:v>
                </c:pt>
                <c:pt idx="6">
                  <c:v>0.46529999999999999</c:v>
                </c:pt>
                <c:pt idx="7">
                  <c:v>0.43940000000000001</c:v>
                </c:pt>
                <c:pt idx="8">
                  <c:v>0.15989999999999999</c:v>
                </c:pt>
                <c:pt idx="9">
                  <c:v>0.127</c:v>
                </c:pt>
                <c:pt idx="10">
                  <c:v>0.3926</c:v>
                </c:pt>
                <c:pt idx="11">
                  <c:v>0.40379999999999999</c:v>
                </c:pt>
                <c:pt idx="12">
                  <c:v>0.26769999999999999</c:v>
                </c:pt>
                <c:pt idx="13">
                  <c:v>0.35299999999999998</c:v>
                </c:pt>
                <c:pt idx="14">
                  <c:v>0.31219999999999998</c:v>
                </c:pt>
                <c:pt idx="15">
                  <c:v>0.29260000000000003</c:v>
                </c:pt>
              </c:numCache>
            </c:numRef>
          </c:val>
          <c:smooth val="0"/>
          <c:extLst>
            <c:ext xmlns:c16="http://schemas.microsoft.com/office/drawing/2014/chart" uri="{C3380CC4-5D6E-409C-BE32-E72D297353CC}">
              <c16:uniqueId val="{00000000-16A6-4BF1-8C93-C9BD4AC11A6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2"/>
        <c:crosses val="autoZero"/>
        <c:auto val="1"/>
        <c:lblAlgn val="ctr"/>
        <c:lblOffset val="100"/>
        <c:noMultiLvlLbl val="1"/>
      </c:catAx>
      <c:valAx>
        <c:axId val="2094734552"/>
        <c:scaling>
          <c:orientation val="minMax"/>
          <c:max val="0.5"/>
          <c:min val="0"/>
        </c:scaling>
        <c:delete val="0"/>
        <c:axPos val="l"/>
        <c:majorGridlines>
          <c:spPr>
            <a:ln w="6350"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98781"/>
                </a:solidFill>
                <a:latin typeface="Calibri"/>
              </a:defRPr>
            </a:pPr>
            <a:endParaRPr lang="en-US"/>
          </a:p>
        </c:txPr>
        <c:crossAx val="2094734554"/>
        <c:crosses val="autoZero"/>
        <c:crossBetween val="between"/>
        <c:majorUnit val="0.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6661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8.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F7B98"/>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365760"/>
          </a:xfrm>
          <a:prstGeom prst="rect">
            <a:avLst/>
          </a:prstGeom>
          <a:noFill/>
          <a:ln/>
        </p:spPr>
        <p:txBody>
          <a:bodyPr wrap="square" lIns="0" tIns="0" rIns="0" bIns="0" rtlCol="0" anchor="ctr"/>
          <a:lstStyle/>
          <a:p>
            <a:pPr marL="0" indent="0">
              <a:buNone/>
            </a:pPr>
            <a:r>
              <a:rPr lang="en-US" sz="1200" kern="0" spc="200" dirty="0">
                <a:solidFill>
                  <a:srgbClr val="DFE3EC"/>
                </a:solidFill>
                <a:latin typeface="Calibri" pitchFamily="34" charset="0"/>
                <a:ea typeface="Calibri" pitchFamily="34" charset="-122"/>
                <a:cs typeface="Calibri" pitchFamily="34" charset="-120"/>
              </a:rPr>
              <a:t>HOPHACKS 2026  ·  CONGRESS ON TWITTER, 2011 TO 2026</a:t>
            </a:r>
            <a:endParaRPr lang="en-US" sz="1200" dirty="0"/>
          </a:p>
        </p:txBody>
      </p:sp>
      <p:sp>
        <p:nvSpPr>
          <p:cNvPr id="3" name="Text 1"/>
          <p:cNvSpPr txBox="1"/>
          <p:nvPr/>
        </p:nvSpPr>
        <p:spPr>
          <a:xfrm>
            <a:off x="548640" y="1371600"/>
            <a:ext cx="6583680" cy="2377440"/>
          </a:xfrm>
          <a:prstGeom prst="rect">
            <a:avLst/>
          </a:prstGeom>
          <a:noFill/>
          <a:ln/>
        </p:spPr>
        <p:txBody>
          <a:bodyPr wrap="square" lIns="0" tIns="0" rIns="0" bIns="0" rtlCol="0" anchor="ctr"/>
          <a:lstStyle/>
          <a:p>
            <a:pPr marL="0" indent="0">
              <a:lnSpc>
                <a:spcPct val="95000"/>
              </a:lnSpc>
              <a:buNone/>
            </a:pPr>
            <a:r>
              <a:rPr lang="en-US" sz="6000" b="1" dirty="0">
                <a:solidFill>
                  <a:srgbClr val="FFFFFF"/>
                </a:solidFill>
                <a:latin typeface="Cambria" pitchFamily="34" charset="0"/>
                <a:ea typeface="Cambria" pitchFamily="34" charset="-122"/>
                <a:cs typeface="Cambria" pitchFamily="34" charset="-120"/>
              </a:rPr>
              <a:t>What's making</a:t>
            </a:r>
            <a:endParaRPr lang="en-US" sz="6000" dirty="0"/>
          </a:p>
          <a:p>
            <a:pPr marL="0" indent="0">
              <a:lnSpc>
                <a:spcPct val="95000"/>
              </a:lnSpc>
              <a:buNone/>
            </a:pPr>
            <a:r>
              <a:rPr lang="en-US" sz="6000" b="1" dirty="0">
                <a:solidFill>
                  <a:srgbClr val="FFFFFF"/>
                </a:solidFill>
                <a:latin typeface="Cambria" pitchFamily="34" charset="0"/>
                <a:ea typeface="Cambria" pitchFamily="34" charset="-122"/>
                <a:cs typeface="Cambria" pitchFamily="34" charset="-120"/>
              </a:rPr>
              <a:t>US angry?</a:t>
            </a:r>
            <a:endParaRPr lang="en-US" sz="6000" dirty="0"/>
          </a:p>
        </p:txBody>
      </p:sp>
      <p:sp>
        <p:nvSpPr>
          <p:cNvPr id="4" name="Text 2"/>
          <p:cNvSpPr txBox="1"/>
          <p:nvPr/>
        </p:nvSpPr>
        <p:spPr>
          <a:xfrm>
            <a:off x="548640" y="3931920"/>
            <a:ext cx="6035040" cy="1280160"/>
          </a:xfrm>
          <a:prstGeom prst="rect">
            <a:avLst/>
          </a:prstGeom>
          <a:noFill/>
          <a:ln/>
        </p:spPr>
        <p:txBody>
          <a:bodyPr wrap="square" lIns="0" tIns="0" rIns="0" bIns="0" rtlCol="0" anchor="t"/>
          <a:lstStyle/>
          <a:p>
            <a:pPr marL="0" indent="0">
              <a:buNone/>
            </a:pPr>
            <a:r>
              <a:rPr lang="en-US" sz="1700" dirty="0">
                <a:solidFill>
                  <a:srgbClr val="EEF1F7"/>
                </a:solidFill>
                <a:latin typeface="Calibri" pitchFamily="34" charset="0"/>
                <a:ea typeface="Calibri" pitchFamily="34" charset="-122"/>
                <a:cs typeface="Calibri" pitchFamily="34" charset="-120"/>
              </a:rPr>
              <a:t>4.8 million tweets, one finding: anger in Congress isn't an opinion. It's a jersey you put on when your side loses the White House.</a:t>
            </a:r>
            <a:endParaRPr lang="en-US" sz="1700" dirty="0"/>
          </a:p>
        </p:txBody>
      </p:sp>
      <p:sp>
        <p:nvSpPr>
          <p:cNvPr id="5" name="Text 3"/>
          <p:cNvSpPr txBox="1"/>
          <p:nvPr/>
        </p:nvSpPr>
        <p:spPr>
          <a:xfrm>
            <a:off x="548640" y="5943600"/>
            <a:ext cx="6400800" cy="365760"/>
          </a:xfrm>
          <a:prstGeom prst="rect">
            <a:avLst/>
          </a:prstGeom>
          <a:noFill/>
          <a:ln/>
        </p:spPr>
        <p:txBody>
          <a:bodyPr wrap="square" lIns="0" tIns="0" rIns="0" bIns="0" rtlCol="0" anchor="ctr"/>
          <a:lstStyle/>
          <a:p>
            <a:pPr marL="0" indent="0">
              <a:buNone/>
            </a:pPr>
            <a:r>
              <a:rPr lang="en-US" sz="1100" dirty="0">
                <a:solidFill>
                  <a:srgbClr val="CFD5E3"/>
                </a:solidFill>
                <a:latin typeface="Courier New" pitchFamily="34" charset="0"/>
                <a:ea typeface="Courier New" pitchFamily="34" charset="-122"/>
                <a:cs typeface="Courier New" pitchFamily="34" charset="-120"/>
              </a:rPr>
              <a:t>github.com/biniyam112/hophacks-congress-anger</a:t>
            </a:r>
            <a:endParaRPr lang="en-US" sz="1100" dirty="0"/>
          </a:p>
        </p:txBody>
      </p:sp>
      <p:graphicFrame>
        <p:nvGraphicFramePr>
          <p:cNvPr id="6" name="Chart 0"/>
          <p:cNvGraphicFramePr/>
          <p:nvPr/>
        </p:nvGraphicFramePr>
        <p:xfrm>
          <a:off x="6858000" y="1188720"/>
          <a:ext cx="48463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6858000" y="4343400"/>
            <a:ext cx="4846320" cy="457200"/>
          </a:xfrm>
          <a:prstGeom prst="rect">
            <a:avLst/>
          </a:prstGeom>
          <a:noFill/>
          <a:ln/>
        </p:spPr>
        <p:txBody>
          <a:bodyPr wrap="square" lIns="0" tIns="0" rIns="0" bIns="0" rtlCol="0" anchor="ctr"/>
          <a:lstStyle/>
          <a:p>
            <a:pPr marL="0" indent="0">
              <a:buNone/>
            </a:pPr>
            <a:r>
              <a:rPr lang="en-US" sz="1050" i="1" dirty="0">
                <a:solidFill>
                  <a:srgbClr val="DFE3EC"/>
                </a:solidFill>
                <a:latin typeface="Calibri" pitchFamily="34" charset="0"/>
                <a:ea typeface="Calibri" pitchFamily="34" charset="-122"/>
                <a:cs typeface="Calibri" pitchFamily="34" charset="-120"/>
              </a:rPr>
              <a:t>Mean anger score by party, 2011 to 2026. The lines cross at every inauguration.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THE QUESTION</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Where does political anger actually live?</a:t>
            </a:r>
            <a:endParaRPr lang="en-US" sz="3400" dirty="0"/>
          </a:p>
        </p:txBody>
      </p:sp>
      <p:sp>
        <p:nvSpPr>
          <p:cNvPr id="4" name="Text 2"/>
          <p:cNvSpPr txBox="1"/>
          <p:nvPr/>
        </p:nvSpPr>
        <p:spPr>
          <a:xfrm>
            <a:off x="548640" y="1463040"/>
            <a:ext cx="5760720" cy="2194560"/>
          </a:xfrm>
          <a:prstGeom prst="rect">
            <a:avLst/>
          </a:prstGeom>
          <a:noFill/>
          <a:ln/>
        </p:spPr>
        <p:txBody>
          <a:bodyPr wrap="square" lIns="0" tIns="0" rIns="0" bIns="0" rtlCol="0" anchor="t"/>
          <a:lstStyle/>
          <a:p>
            <a:pPr marL="0" indent="0">
              <a:buNone/>
            </a:pPr>
            <a:r>
              <a:rPr lang="en-US" sz="1500" dirty="0">
                <a:solidFill>
                  <a:srgbClr val="52514E"/>
                </a:solidFill>
                <a:latin typeface="Calibri" pitchFamily="34" charset="0"/>
                <a:ea typeface="Calibri" pitchFamily="34" charset="-122"/>
                <a:cs typeface="Calibri" pitchFamily="34" charset="-120"/>
              </a:rPr>
              <a:t>Political anger online is usually described with an anecdote or a single trend line. Neither tells you the mechanism. Is anger a property of people (temperament, age), of time (hours, seasons, elections), of position (in power or out of it), or of the medium (a retweet or a call-out)?</a:t>
            </a:r>
            <a:endParaRPr lang="en-US" sz="1500" dirty="0"/>
          </a:p>
        </p:txBody>
      </p:sp>
      <p:sp>
        <p:nvSpPr>
          <p:cNvPr id="5" name="Text 3"/>
          <p:cNvSpPr txBox="1"/>
          <p:nvPr/>
        </p:nvSpPr>
        <p:spPr>
          <a:xfrm>
            <a:off x="548640" y="3703320"/>
            <a:ext cx="5760720" cy="822960"/>
          </a:xfrm>
          <a:prstGeom prst="rect">
            <a:avLst/>
          </a:prstGeom>
          <a:noFill/>
          <a:ln/>
        </p:spPr>
        <p:txBody>
          <a:bodyPr wrap="square" lIns="0" tIns="0" rIns="0" bIns="0" rtlCol="0" anchor="t"/>
          <a:lstStyle/>
          <a:p>
            <a:pPr marL="0" indent="0">
              <a:buNone/>
            </a:pPr>
            <a:r>
              <a:rPr lang="en-US" sz="1500" b="1" dirty="0">
                <a:solidFill>
                  <a:srgbClr val="0B0B0B"/>
                </a:solidFill>
                <a:latin typeface="Calibri" pitchFamily="34" charset="0"/>
                <a:ea typeface="Calibri" pitchFamily="34" charset="-122"/>
                <a:cs typeface="Calibri" pitchFamily="34" charset="-120"/>
              </a:rPr>
              <a:t>We treat anger as a memetic phenomenon, something that spreads and clusters, and try to locate it.</a:t>
            </a:r>
            <a:endParaRPr lang="en-US" sz="1500" dirty="0"/>
          </a:p>
        </p:txBody>
      </p:sp>
      <p:sp>
        <p:nvSpPr>
          <p:cNvPr id="6" name="Text 4"/>
          <p:cNvSpPr txBox="1"/>
          <p:nvPr/>
        </p:nvSpPr>
        <p:spPr>
          <a:xfrm>
            <a:off x="548640" y="4572000"/>
            <a:ext cx="5760720" cy="822960"/>
          </a:xfrm>
          <a:prstGeom prst="rect">
            <a:avLst/>
          </a:prstGeom>
          <a:noFill/>
          <a:ln/>
        </p:spPr>
        <p:txBody>
          <a:bodyPr wrap="square" lIns="0" tIns="0" rIns="0" bIns="0" rtlCol="0" anchor="t"/>
          <a:lstStyle/>
          <a:p>
            <a:pPr marL="0" indent="0">
              <a:buNone/>
            </a:pPr>
            <a:r>
              <a:rPr lang="en-US" sz="1800" i="1" dirty="0">
                <a:solidFill>
                  <a:srgbClr val="EB6834"/>
                </a:solidFill>
                <a:latin typeface="Cambria" pitchFamily="34" charset="0"/>
                <a:ea typeface="Cambria" pitchFamily="34" charset="-122"/>
                <a:cs typeface="Cambria" pitchFamily="34" charset="-120"/>
              </a:rPr>
              <a:t>Given a tweet from a member of Congress, what predicts that it is angry, and how well?</a:t>
            </a:r>
            <a:endParaRPr lang="en-US" sz="1800" dirty="0"/>
          </a:p>
        </p:txBody>
      </p:sp>
      <p:sp>
        <p:nvSpPr>
          <p:cNvPr id="7" name="Shape 5"/>
          <p:cNvSpPr/>
          <p:nvPr/>
        </p:nvSpPr>
        <p:spPr>
          <a:xfrm>
            <a:off x="6766560" y="1463040"/>
            <a:ext cx="4846320" cy="777240"/>
          </a:xfrm>
          <a:prstGeom prst="roundRect">
            <a:avLst>
              <a:gd name="adj" fmla="val 9412"/>
            </a:avLst>
          </a:prstGeom>
          <a:solidFill>
            <a:srgbClr val="F1F0EC"/>
          </a:solidFill>
          <a:ln w="12700">
            <a:solidFill>
              <a:srgbClr val="F1F0EC"/>
            </a:solidFill>
            <a:prstDash val="solid"/>
          </a:ln>
        </p:spPr>
        <p:txBody>
          <a:bodyPr/>
          <a:lstStyle/>
          <a:p>
            <a:endParaRPr lang="en-US"/>
          </a:p>
        </p:txBody>
      </p:sp>
      <p:sp>
        <p:nvSpPr>
          <p:cNvPr id="8" name="Text 6"/>
          <p:cNvSpPr txBox="1"/>
          <p:nvPr/>
        </p:nvSpPr>
        <p:spPr>
          <a:xfrm>
            <a:off x="6949440" y="1554480"/>
            <a:ext cx="1737360" cy="594360"/>
          </a:xfrm>
          <a:prstGeom prst="rect">
            <a:avLst/>
          </a:prstGeom>
          <a:noFill/>
          <a:ln/>
        </p:spPr>
        <p:txBody>
          <a:bodyPr wrap="square" lIns="0" tIns="0" rIns="0" bIns="0" rtlCol="0" anchor="ctr"/>
          <a:lstStyle/>
          <a:p>
            <a:pPr marL="0" indent="0">
              <a:buNone/>
            </a:pPr>
            <a:r>
              <a:rPr lang="en-US" sz="1600" b="1" dirty="0">
                <a:solidFill>
                  <a:srgbClr val="0B0B0B"/>
                </a:solidFill>
                <a:latin typeface="Cambria" pitchFamily="34" charset="0"/>
                <a:ea typeface="Cambria" pitchFamily="34" charset="-122"/>
                <a:cs typeface="Cambria" pitchFamily="34" charset="-120"/>
              </a:rPr>
              <a:t>When</a:t>
            </a:r>
            <a:endParaRPr lang="en-US" sz="1600" dirty="0"/>
          </a:p>
        </p:txBody>
      </p:sp>
      <p:sp>
        <p:nvSpPr>
          <p:cNvPr id="9" name="Text 7"/>
          <p:cNvSpPr txBox="1"/>
          <p:nvPr/>
        </p:nvSpPr>
        <p:spPr>
          <a:xfrm>
            <a:off x="8686800" y="1554480"/>
            <a:ext cx="2834640" cy="59436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hour, month, election cycle</a:t>
            </a:r>
            <a:endParaRPr lang="en-US" sz="1250" dirty="0"/>
          </a:p>
        </p:txBody>
      </p:sp>
      <p:sp>
        <p:nvSpPr>
          <p:cNvPr id="10" name="Shape 8"/>
          <p:cNvSpPr/>
          <p:nvPr/>
        </p:nvSpPr>
        <p:spPr>
          <a:xfrm>
            <a:off x="6766560" y="2377440"/>
            <a:ext cx="4846320" cy="777240"/>
          </a:xfrm>
          <a:prstGeom prst="roundRect">
            <a:avLst>
              <a:gd name="adj" fmla="val 9412"/>
            </a:avLst>
          </a:prstGeom>
          <a:solidFill>
            <a:srgbClr val="F1F0EC"/>
          </a:solidFill>
          <a:ln w="12700">
            <a:solidFill>
              <a:srgbClr val="F1F0EC"/>
            </a:solidFill>
            <a:prstDash val="solid"/>
          </a:ln>
        </p:spPr>
        <p:txBody>
          <a:bodyPr/>
          <a:lstStyle/>
          <a:p>
            <a:endParaRPr lang="en-US"/>
          </a:p>
        </p:txBody>
      </p:sp>
      <p:sp>
        <p:nvSpPr>
          <p:cNvPr id="11" name="Text 9"/>
          <p:cNvSpPr txBox="1"/>
          <p:nvPr/>
        </p:nvSpPr>
        <p:spPr>
          <a:xfrm>
            <a:off x="6949440" y="2468880"/>
            <a:ext cx="1737360" cy="594360"/>
          </a:xfrm>
          <a:prstGeom prst="rect">
            <a:avLst/>
          </a:prstGeom>
          <a:noFill/>
          <a:ln/>
        </p:spPr>
        <p:txBody>
          <a:bodyPr wrap="square" lIns="0" tIns="0" rIns="0" bIns="0" rtlCol="0" anchor="ctr"/>
          <a:lstStyle/>
          <a:p>
            <a:pPr marL="0" indent="0">
              <a:buNone/>
            </a:pPr>
            <a:r>
              <a:rPr lang="en-US" sz="1600" b="1" dirty="0">
                <a:solidFill>
                  <a:srgbClr val="0B0B0B"/>
                </a:solidFill>
                <a:latin typeface="Cambria" pitchFamily="34" charset="0"/>
                <a:ea typeface="Cambria" pitchFamily="34" charset="-122"/>
                <a:cs typeface="Cambria" pitchFamily="34" charset="-120"/>
              </a:rPr>
              <a:t>Who</a:t>
            </a:r>
            <a:endParaRPr lang="en-US" sz="1600" dirty="0"/>
          </a:p>
        </p:txBody>
      </p:sp>
      <p:sp>
        <p:nvSpPr>
          <p:cNvPr id="12" name="Text 10"/>
          <p:cNvSpPr txBox="1"/>
          <p:nvPr/>
        </p:nvSpPr>
        <p:spPr>
          <a:xfrm>
            <a:off x="8686800" y="2468880"/>
            <a:ext cx="2834640" cy="59436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party, person, age, volume</a:t>
            </a:r>
            <a:endParaRPr lang="en-US" sz="1250" dirty="0"/>
          </a:p>
        </p:txBody>
      </p:sp>
      <p:sp>
        <p:nvSpPr>
          <p:cNvPr id="13" name="Shape 11"/>
          <p:cNvSpPr/>
          <p:nvPr/>
        </p:nvSpPr>
        <p:spPr>
          <a:xfrm>
            <a:off x="6766560" y="3291840"/>
            <a:ext cx="4846320" cy="777240"/>
          </a:xfrm>
          <a:prstGeom prst="roundRect">
            <a:avLst>
              <a:gd name="adj" fmla="val 9412"/>
            </a:avLst>
          </a:prstGeom>
          <a:solidFill>
            <a:srgbClr val="F1F0EC"/>
          </a:solidFill>
          <a:ln w="12700">
            <a:solidFill>
              <a:srgbClr val="F1F0EC"/>
            </a:solidFill>
            <a:prstDash val="solid"/>
          </a:ln>
        </p:spPr>
        <p:txBody>
          <a:bodyPr/>
          <a:lstStyle/>
          <a:p>
            <a:endParaRPr lang="en-US"/>
          </a:p>
        </p:txBody>
      </p:sp>
      <p:sp>
        <p:nvSpPr>
          <p:cNvPr id="14" name="Text 12"/>
          <p:cNvSpPr txBox="1"/>
          <p:nvPr/>
        </p:nvSpPr>
        <p:spPr>
          <a:xfrm>
            <a:off x="6949440" y="3383280"/>
            <a:ext cx="1737360" cy="594360"/>
          </a:xfrm>
          <a:prstGeom prst="rect">
            <a:avLst/>
          </a:prstGeom>
          <a:noFill/>
          <a:ln/>
        </p:spPr>
        <p:txBody>
          <a:bodyPr wrap="square" lIns="0" tIns="0" rIns="0" bIns="0" rtlCol="0" anchor="ctr"/>
          <a:lstStyle/>
          <a:p>
            <a:pPr marL="0" indent="0">
              <a:buNone/>
            </a:pPr>
            <a:r>
              <a:rPr lang="en-US" sz="1600" b="1" dirty="0">
                <a:solidFill>
                  <a:srgbClr val="0B0B0B"/>
                </a:solidFill>
                <a:latin typeface="Cambria" pitchFamily="34" charset="0"/>
                <a:ea typeface="Cambria" pitchFamily="34" charset="-122"/>
                <a:cs typeface="Cambria" pitchFamily="34" charset="-120"/>
              </a:rPr>
              <a:t>What for</a:t>
            </a:r>
            <a:endParaRPr lang="en-US" sz="1600" dirty="0"/>
          </a:p>
        </p:txBody>
      </p:sp>
      <p:sp>
        <p:nvSpPr>
          <p:cNvPr id="15" name="Text 13"/>
          <p:cNvSpPr txBox="1"/>
          <p:nvPr/>
        </p:nvSpPr>
        <p:spPr>
          <a:xfrm>
            <a:off x="8686800" y="3383280"/>
            <a:ext cx="2834640" cy="59436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shutdowns, presidents, tragedies</a:t>
            </a:r>
            <a:endParaRPr lang="en-US" sz="1250" dirty="0"/>
          </a:p>
        </p:txBody>
      </p:sp>
      <p:sp>
        <p:nvSpPr>
          <p:cNvPr id="16" name="Shape 14"/>
          <p:cNvSpPr/>
          <p:nvPr/>
        </p:nvSpPr>
        <p:spPr>
          <a:xfrm>
            <a:off x="6766560" y="4206240"/>
            <a:ext cx="4846320" cy="777240"/>
          </a:xfrm>
          <a:prstGeom prst="roundRect">
            <a:avLst>
              <a:gd name="adj" fmla="val 9412"/>
            </a:avLst>
          </a:prstGeom>
          <a:solidFill>
            <a:srgbClr val="F1F0EC"/>
          </a:solidFill>
          <a:ln w="12700">
            <a:solidFill>
              <a:srgbClr val="F1F0EC"/>
            </a:solidFill>
            <a:prstDash val="solid"/>
          </a:ln>
        </p:spPr>
        <p:txBody>
          <a:bodyPr/>
          <a:lstStyle/>
          <a:p>
            <a:endParaRPr lang="en-US"/>
          </a:p>
        </p:txBody>
      </p:sp>
      <p:sp>
        <p:nvSpPr>
          <p:cNvPr id="17" name="Text 15"/>
          <p:cNvSpPr txBox="1"/>
          <p:nvPr/>
        </p:nvSpPr>
        <p:spPr>
          <a:xfrm>
            <a:off x="6949440" y="4297680"/>
            <a:ext cx="1737360" cy="594360"/>
          </a:xfrm>
          <a:prstGeom prst="rect">
            <a:avLst/>
          </a:prstGeom>
          <a:noFill/>
          <a:ln/>
        </p:spPr>
        <p:txBody>
          <a:bodyPr wrap="square" lIns="0" tIns="0" rIns="0" bIns="0" rtlCol="0" anchor="ctr"/>
          <a:lstStyle/>
          <a:p>
            <a:pPr marL="0" indent="0">
              <a:buNone/>
            </a:pPr>
            <a:r>
              <a:rPr lang="en-US" sz="1600" b="1" dirty="0">
                <a:solidFill>
                  <a:srgbClr val="0B0B0B"/>
                </a:solidFill>
                <a:latin typeface="Cambria" pitchFamily="34" charset="0"/>
                <a:ea typeface="Cambria" pitchFamily="34" charset="-122"/>
                <a:cs typeface="Cambria" pitchFamily="34" charset="-120"/>
              </a:rPr>
              <a:t>To whom</a:t>
            </a:r>
            <a:endParaRPr lang="en-US" sz="1600" dirty="0"/>
          </a:p>
        </p:txBody>
      </p:sp>
      <p:sp>
        <p:nvSpPr>
          <p:cNvPr id="18" name="Text 16"/>
          <p:cNvSpPr txBox="1"/>
          <p:nvPr/>
        </p:nvSpPr>
        <p:spPr>
          <a:xfrm>
            <a:off x="8686800" y="4297680"/>
            <a:ext cx="2834640" cy="59436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retweets vs call-outs</a:t>
            </a:r>
            <a:endParaRPr lang="en-US" sz="1250" dirty="0"/>
          </a:p>
        </p:txBody>
      </p:sp>
      <p:sp>
        <p:nvSpPr>
          <p:cNvPr id="19" name="Shape 17"/>
          <p:cNvSpPr/>
          <p:nvPr/>
        </p:nvSpPr>
        <p:spPr>
          <a:xfrm>
            <a:off x="6766560" y="5120640"/>
            <a:ext cx="4846320" cy="777240"/>
          </a:xfrm>
          <a:prstGeom prst="roundRect">
            <a:avLst>
              <a:gd name="adj" fmla="val 9412"/>
            </a:avLst>
          </a:prstGeom>
          <a:solidFill>
            <a:srgbClr val="F1F0EC"/>
          </a:solidFill>
          <a:ln w="12700">
            <a:solidFill>
              <a:srgbClr val="F1F0EC"/>
            </a:solidFill>
            <a:prstDash val="solid"/>
          </a:ln>
        </p:spPr>
        <p:txBody>
          <a:bodyPr/>
          <a:lstStyle/>
          <a:p>
            <a:endParaRPr lang="en-US"/>
          </a:p>
        </p:txBody>
      </p:sp>
      <p:sp>
        <p:nvSpPr>
          <p:cNvPr id="20" name="Text 18"/>
          <p:cNvSpPr txBox="1"/>
          <p:nvPr/>
        </p:nvSpPr>
        <p:spPr>
          <a:xfrm>
            <a:off x="6949440" y="5212080"/>
            <a:ext cx="1737360" cy="594360"/>
          </a:xfrm>
          <a:prstGeom prst="rect">
            <a:avLst/>
          </a:prstGeom>
          <a:noFill/>
          <a:ln/>
        </p:spPr>
        <p:txBody>
          <a:bodyPr wrap="square" lIns="0" tIns="0" rIns="0" bIns="0" rtlCol="0" anchor="ctr"/>
          <a:lstStyle/>
          <a:p>
            <a:pPr marL="0" indent="0">
              <a:buNone/>
            </a:pPr>
            <a:r>
              <a:rPr lang="en-US" sz="1600" b="1" dirty="0">
                <a:solidFill>
                  <a:srgbClr val="0B0B0B"/>
                </a:solidFill>
                <a:latin typeface="Cambria" pitchFamily="34" charset="0"/>
                <a:ea typeface="Cambria" pitchFamily="34" charset="-122"/>
                <a:cs typeface="Cambria" pitchFamily="34" charset="-120"/>
              </a:rPr>
              <a:t>Together or apart</a:t>
            </a:r>
            <a:endParaRPr lang="en-US" sz="1600" dirty="0"/>
          </a:p>
        </p:txBody>
      </p:sp>
      <p:sp>
        <p:nvSpPr>
          <p:cNvPr id="21" name="Text 19"/>
          <p:cNvSpPr txBox="1"/>
          <p:nvPr/>
        </p:nvSpPr>
        <p:spPr>
          <a:xfrm>
            <a:off x="8686800" y="5212080"/>
            <a:ext cx="2834640" cy="59436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uniting vs dividing tweets</a:t>
            </a:r>
            <a:endParaRPr lang="en-US" sz="1250" dirty="0"/>
          </a:p>
        </p:txBody>
      </p:sp>
      <p:sp>
        <p:nvSpPr>
          <p:cNvPr id="22" name="Text 20"/>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THE DATA</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5.1 million tweets, filtered to sitting members</a:t>
            </a:r>
            <a:endParaRPr lang="en-US" sz="3400" dirty="0"/>
          </a:p>
        </p:txBody>
      </p:sp>
      <p:sp>
        <p:nvSpPr>
          <p:cNvPr id="4" name="Shape 2"/>
          <p:cNvSpPr/>
          <p:nvPr/>
        </p:nvSpPr>
        <p:spPr>
          <a:xfrm>
            <a:off x="548640" y="1463040"/>
            <a:ext cx="26517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5" name="Text 3"/>
          <p:cNvSpPr txBox="1"/>
          <p:nvPr/>
        </p:nvSpPr>
        <p:spPr>
          <a:xfrm>
            <a:off x="685800" y="1572768"/>
            <a:ext cx="237744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5.1M</a:t>
            </a:r>
            <a:endParaRPr lang="en-US" sz="3000" dirty="0"/>
          </a:p>
        </p:txBody>
      </p:sp>
      <p:sp>
        <p:nvSpPr>
          <p:cNvPr id="6" name="Text 4"/>
          <p:cNvSpPr txBox="1"/>
          <p:nvPr/>
        </p:nvSpPr>
        <p:spPr>
          <a:xfrm>
            <a:off x="685800" y="2304288"/>
            <a:ext cx="23774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raw tweets in the HopHacks congress-tweets-unified dataset (two merged corpora, 1999 to 2026)</a:t>
            </a:r>
            <a:endParaRPr lang="en-US" sz="1150" dirty="0"/>
          </a:p>
        </p:txBody>
      </p:sp>
      <p:sp>
        <p:nvSpPr>
          <p:cNvPr id="7" name="Shape 5"/>
          <p:cNvSpPr/>
          <p:nvPr/>
        </p:nvSpPr>
        <p:spPr>
          <a:xfrm>
            <a:off x="3383280" y="1463040"/>
            <a:ext cx="26517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8" name="Text 6"/>
          <p:cNvSpPr txBox="1"/>
          <p:nvPr/>
        </p:nvSpPr>
        <p:spPr>
          <a:xfrm>
            <a:off x="3520440" y="1572768"/>
            <a:ext cx="237744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4.83M</a:t>
            </a:r>
            <a:endParaRPr lang="en-US" sz="3000" dirty="0"/>
          </a:p>
        </p:txBody>
      </p:sp>
      <p:sp>
        <p:nvSpPr>
          <p:cNvPr id="9" name="Text 7"/>
          <p:cNvSpPr txBox="1"/>
          <p:nvPr/>
        </p:nvSpPr>
        <p:spPr>
          <a:xfrm>
            <a:off x="3520440" y="2304288"/>
            <a:ext cx="23774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tweets kept: members of the House and Senate, sent while in office, 2011 onward</a:t>
            </a:r>
            <a:endParaRPr lang="en-US" sz="1150" dirty="0"/>
          </a:p>
        </p:txBody>
      </p:sp>
      <p:sp>
        <p:nvSpPr>
          <p:cNvPr id="10" name="Shape 8"/>
          <p:cNvSpPr/>
          <p:nvPr/>
        </p:nvSpPr>
        <p:spPr>
          <a:xfrm>
            <a:off x="6217920" y="1463040"/>
            <a:ext cx="26517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11" name="Text 9"/>
          <p:cNvSpPr txBox="1"/>
          <p:nvPr/>
        </p:nvSpPr>
        <p:spPr>
          <a:xfrm>
            <a:off x="6355080" y="1572768"/>
            <a:ext cx="237744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902</a:t>
            </a:r>
            <a:endParaRPr lang="en-US" sz="3000" dirty="0"/>
          </a:p>
        </p:txBody>
      </p:sp>
      <p:sp>
        <p:nvSpPr>
          <p:cNvPr id="12" name="Text 10"/>
          <p:cNvSpPr txBox="1"/>
          <p:nvPr/>
        </p:nvSpPr>
        <p:spPr>
          <a:xfrm>
            <a:off x="6355080" y="2304288"/>
            <a:ext cx="23774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members of Congress, 100% matched to birthdays, terms and handles</a:t>
            </a:r>
            <a:endParaRPr lang="en-US" sz="1150" dirty="0"/>
          </a:p>
        </p:txBody>
      </p:sp>
      <p:sp>
        <p:nvSpPr>
          <p:cNvPr id="13" name="Shape 11"/>
          <p:cNvSpPr/>
          <p:nvPr/>
        </p:nvSpPr>
        <p:spPr>
          <a:xfrm>
            <a:off x="9052560" y="1463040"/>
            <a:ext cx="26517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14" name="Text 12"/>
          <p:cNvSpPr txBox="1"/>
          <p:nvPr/>
        </p:nvSpPr>
        <p:spPr>
          <a:xfrm>
            <a:off x="9189720" y="1572768"/>
            <a:ext cx="237744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14</a:t>
            </a:r>
            <a:endParaRPr lang="en-US" sz="3000" dirty="0"/>
          </a:p>
        </p:txBody>
      </p:sp>
      <p:sp>
        <p:nvSpPr>
          <p:cNvPr id="15" name="Text 13"/>
          <p:cNvSpPr txBox="1"/>
          <p:nvPr/>
        </p:nvSpPr>
        <p:spPr>
          <a:xfrm>
            <a:off x="9189720" y="2304288"/>
            <a:ext cx="23774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scores per tweet: 11 emotions and 3 sentiment classes</a:t>
            </a:r>
            <a:endParaRPr lang="en-US" sz="1150" dirty="0"/>
          </a:p>
        </p:txBody>
      </p:sp>
      <p:sp>
        <p:nvSpPr>
          <p:cNvPr id="16" name="Text 14"/>
          <p:cNvSpPr txBox="1"/>
          <p:nvPr/>
        </p:nvSpPr>
        <p:spPr>
          <a:xfrm>
            <a:off x="548640" y="3200400"/>
            <a:ext cx="11064240" cy="30175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52514E"/>
                </a:solidFill>
                <a:latin typeface="Calibri" pitchFamily="34" charset="0"/>
                <a:ea typeface="Calibri" pitchFamily="34" charset="-122"/>
                <a:cs typeface="Calibri" pitchFamily="34" charset="-120"/>
              </a:rPr>
              <a:t>Source 1: the HopHacks parquet (tweet text, author, party, state, timestamp, topic).</a:t>
            </a:r>
            <a:endParaRPr lang="en-US" sz="1350" dirty="0"/>
          </a:p>
          <a:p>
            <a:pPr marL="342900" indent="-342900">
              <a:spcAft>
                <a:spcPts val="600"/>
              </a:spcAft>
              <a:buSzPct val="100000"/>
              <a:buChar char="•"/>
            </a:pPr>
            <a:r>
              <a:rPr lang="en-US" sz="1350" dirty="0">
                <a:solidFill>
                  <a:srgbClr val="52514E"/>
                </a:solidFill>
                <a:latin typeface="Calibri" pitchFamily="34" charset="0"/>
                <a:ea typeface="Calibri" pitchFamily="34" charset="-122"/>
                <a:cs typeface="Calibri" pitchFamily="34" charset="-120"/>
              </a:rPr>
              <a:t>Source 2: the open unitedstates/congress-legislators dataset for birthdays, terms and Twitter handles. Handles were matched first (including 14 yearly snapshots of the social-media file, so former members are covered), then names plus state as a fallback.</a:t>
            </a:r>
            <a:endParaRPr lang="en-US" sz="1350" dirty="0"/>
          </a:p>
          <a:p>
            <a:pPr marL="342900" indent="-342900">
              <a:spcAft>
                <a:spcPts val="600"/>
              </a:spcAft>
              <a:buSzPct val="100000"/>
              <a:buChar char="•"/>
            </a:pPr>
            <a:r>
              <a:rPr lang="en-US" sz="1350" dirty="0">
                <a:solidFill>
                  <a:srgbClr val="52514E"/>
                </a:solidFill>
                <a:latin typeface="Calibri" pitchFamily="34" charset="0"/>
                <a:ea typeface="Calibri" pitchFamily="34" charset="-122"/>
                <a:cs typeface="Calibri" pitchFamily="34" charset="-120"/>
              </a:rPr>
              <a:t>Dropped: executive-branch accounts (cabinet secretaries, the President), tweets members posted before they were elected, and a few corrupt pre-2011 rows.</a:t>
            </a:r>
            <a:endParaRPr lang="en-US" sz="1350" dirty="0"/>
          </a:p>
          <a:p>
            <a:pPr marL="342900" indent="-342900">
              <a:spcAft>
                <a:spcPts val="600"/>
              </a:spcAft>
              <a:buSzPct val="100000"/>
              <a:buChar char="•"/>
            </a:pPr>
            <a:r>
              <a:rPr lang="en-US" sz="1350" dirty="0">
                <a:solidFill>
                  <a:srgbClr val="52514E"/>
                </a:solidFill>
                <a:latin typeface="Calibri" pitchFamily="34" charset="0"/>
                <a:ea typeface="Calibri" pitchFamily="34" charset="-122"/>
                <a:cs typeface="Calibri" pitchFamily="34" charset="-120"/>
              </a:rPr>
              <a:t>Added per tweet: age of the member that day, hour of day in the member's home-state time zone, month, and position in the two-year election cycle.</a:t>
            </a:r>
            <a:endParaRPr lang="en-US" sz="1350" dirty="0"/>
          </a:p>
        </p:txBody>
      </p:sp>
      <p:sp>
        <p:nvSpPr>
          <p:cNvPr id="17" name="Text 15"/>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HOW WE PROCESSED IT</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From raw tweets to an anger score for each one</a:t>
            </a:r>
            <a:endParaRPr lang="en-US" sz="3400" dirty="0"/>
          </a:p>
        </p:txBody>
      </p:sp>
      <p:sp>
        <p:nvSpPr>
          <p:cNvPr id="4" name="Shape 2"/>
          <p:cNvSpPr/>
          <p:nvPr/>
        </p:nvSpPr>
        <p:spPr>
          <a:xfrm>
            <a:off x="548640" y="14630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5" name="Shape 3"/>
          <p:cNvSpPr/>
          <p:nvPr/>
        </p:nvSpPr>
        <p:spPr>
          <a:xfrm>
            <a:off x="713232" y="1645920"/>
            <a:ext cx="457200" cy="457200"/>
          </a:xfrm>
          <a:prstGeom prst="ellipse">
            <a:avLst/>
          </a:prstGeom>
          <a:solidFill>
            <a:srgbClr val="0B0B0B"/>
          </a:solidFill>
          <a:ln w="12700">
            <a:solidFill>
              <a:srgbClr val="0B0B0B"/>
            </a:solidFill>
            <a:prstDash val="solid"/>
          </a:ln>
        </p:spPr>
        <p:txBody>
          <a:bodyPr/>
          <a:lstStyle/>
          <a:p>
            <a:endParaRPr lang="en-US"/>
          </a:p>
        </p:txBody>
      </p:sp>
      <p:sp>
        <p:nvSpPr>
          <p:cNvPr id="6" name="Text 4"/>
          <p:cNvSpPr txBox="1"/>
          <p:nvPr/>
        </p:nvSpPr>
        <p:spPr>
          <a:xfrm>
            <a:off x="713232" y="16459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98448" y="1627632"/>
            <a:ext cx="2651760" cy="45720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Match</a:t>
            </a:r>
            <a:endParaRPr lang="en-US" sz="1700" dirty="0"/>
          </a:p>
        </p:txBody>
      </p:sp>
      <p:sp>
        <p:nvSpPr>
          <p:cNvPr id="8" name="Text 6"/>
          <p:cNvSpPr txBox="1"/>
          <p:nvPr/>
        </p:nvSpPr>
        <p:spPr>
          <a:xfrm>
            <a:off x="713232" y="2176272"/>
            <a:ext cx="3246120" cy="658368"/>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1,156 handles to bioguide IDs and birthdays; keep only in-office tweets</a:t>
            </a:r>
            <a:endParaRPr lang="en-US" sz="1150" dirty="0"/>
          </a:p>
        </p:txBody>
      </p:sp>
      <p:sp>
        <p:nvSpPr>
          <p:cNvPr id="9" name="Shape 7"/>
          <p:cNvSpPr/>
          <p:nvPr/>
        </p:nvSpPr>
        <p:spPr>
          <a:xfrm>
            <a:off x="4297680" y="14630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10" name="Shape 8"/>
          <p:cNvSpPr/>
          <p:nvPr/>
        </p:nvSpPr>
        <p:spPr>
          <a:xfrm>
            <a:off x="4462272" y="1645920"/>
            <a:ext cx="457200" cy="457200"/>
          </a:xfrm>
          <a:prstGeom prst="ellipse">
            <a:avLst/>
          </a:prstGeom>
          <a:solidFill>
            <a:srgbClr val="0B0B0B"/>
          </a:solidFill>
          <a:ln w="12700">
            <a:solidFill>
              <a:srgbClr val="0B0B0B"/>
            </a:solidFill>
            <a:prstDash val="solid"/>
          </a:ln>
        </p:spPr>
        <p:txBody>
          <a:bodyPr/>
          <a:lstStyle/>
          <a:p>
            <a:endParaRPr lang="en-US"/>
          </a:p>
        </p:txBody>
      </p:sp>
      <p:sp>
        <p:nvSpPr>
          <p:cNvPr id="11" name="Text 9"/>
          <p:cNvSpPr txBox="1"/>
          <p:nvPr/>
        </p:nvSpPr>
        <p:spPr>
          <a:xfrm>
            <a:off x="4462272" y="16459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5047488" y="1627632"/>
            <a:ext cx="2651760" cy="45720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Enrich</a:t>
            </a:r>
            <a:endParaRPr lang="en-US" sz="1700" dirty="0"/>
          </a:p>
        </p:txBody>
      </p:sp>
      <p:sp>
        <p:nvSpPr>
          <p:cNvPr id="13" name="Text 11"/>
          <p:cNvSpPr txBox="1"/>
          <p:nvPr/>
        </p:nvSpPr>
        <p:spPr>
          <a:xfrm>
            <a:off x="4462272" y="2176272"/>
            <a:ext cx="3246120" cy="658368"/>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age at tweet, local hour, month, days to the next election</a:t>
            </a:r>
            <a:endParaRPr lang="en-US" sz="1150" dirty="0"/>
          </a:p>
        </p:txBody>
      </p:sp>
      <p:sp>
        <p:nvSpPr>
          <p:cNvPr id="14" name="Shape 12"/>
          <p:cNvSpPr/>
          <p:nvPr/>
        </p:nvSpPr>
        <p:spPr>
          <a:xfrm>
            <a:off x="8046720" y="14630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15" name="Shape 13"/>
          <p:cNvSpPr/>
          <p:nvPr/>
        </p:nvSpPr>
        <p:spPr>
          <a:xfrm>
            <a:off x="8211312" y="1645920"/>
            <a:ext cx="457200" cy="457200"/>
          </a:xfrm>
          <a:prstGeom prst="ellipse">
            <a:avLst/>
          </a:prstGeom>
          <a:solidFill>
            <a:srgbClr val="0B0B0B"/>
          </a:solidFill>
          <a:ln w="12700">
            <a:solidFill>
              <a:srgbClr val="0B0B0B"/>
            </a:solidFill>
            <a:prstDash val="solid"/>
          </a:ln>
        </p:spPr>
        <p:txBody>
          <a:bodyPr/>
          <a:lstStyle/>
          <a:p>
            <a:endParaRPr lang="en-US"/>
          </a:p>
        </p:txBody>
      </p:sp>
      <p:sp>
        <p:nvSpPr>
          <p:cNvPr id="16" name="Text 14"/>
          <p:cNvSpPr txBox="1"/>
          <p:nvPr/>
        </p:nvSpPr>
        <p:spPr>
          <a:xfrm>
            <a:off x="8211312" y="16459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8796528" y="1627632"/>
            <a:ext cx="2651760" cy="45720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Score</a:t>
            </a:r>
            <a:endParaRPr lang="en-US" sz="1700" dirty="0"/>
          </a:p>
        </p:txBody>
      </p:sp>
      <p:sp>
        <p:nvSpPr>
          <p:cNvPr id="18" name="Text 16"/>
          <p:cNvSpPr txBox="1"/>
          <p:nvPr/>
        </p:nvSpPr>
        <p:spPr>
          <a:xfrm>
            <a:off x="8211312" y="2176272"/>
            <a:ext cx="3246120" cy="658368"/>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cardiffnlp twitter-roberta emotion model (11 emotions) and a sentiment model (3 classes)</a:t>
            </a:r>
            <a:endParaRPr lang="en-US" sz="1150" dirty="0"/>
          </a:p>
        </p:txBody>
      </p:sp>
      <p:sp>
        <p:nvSpPr>
          <p:cNvPr id="19" name="Shape 17"/>
          <p:cNvSpPr/>
          <p:nvPr/>
        </p:nvSpPr>
        <p:spPr>
          <a:xfrm>
            <a:off x="548640" y="30632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20" name="Shape 18"/>
          <p:cNvSpPr/>
          <p:nvPr/>
        </p:nvSpPr>
        <p:spPr>
          <a:xfrm>
            <a:off x="713232" y="3246120"/>
            <a:ext cx="457200" cy="457200"/>
          </a:xfrm>
          <a:prstGeom prst="ellipse">
            <a:avLst/>
          </a:prstGeom>
          <a:solidFill>
            <a:srgbClr val="0B0B0B"/>
          </a:solidFill>
          <a:ln w="12700">
            <a:solidFill>
              <a:srgbClr val="0B0B0B"/>
            </a:solidFill>
            <a:prstDash val="solid"/>
          </a:ln>
        </p:spPr>
        <p:txBody>
          <a:bodyPr/>
          <a:lstStyle/>
          <a:p>
            <a:endParaRPr lang="en-US"/>
          </a:p>
        </p:txBody>
      </p:sp>
      <p:sp>
        <p:nvSpPr>
          <p:cNvPr id="21" name="Text 19"/>
          <p:cNvSpPr txBox="1"/>
          <p:nvPr/>
        </p:nvSpPr>
        <p:spPr>
          <a:xfrm>
            <a:off x="713232" y="32461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1298448" y="3227832"/>
            <a:ext cx="2651760" cy="45720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Label</a:t>
            </a:r>
            <a:endParaRPr lang="en-US" sz="1700" dirty="0"/>
          </a:p>
        </p:txBody>
      </p:sp>
      <p:sp>
        <p:nvSpPr>
          <p:cNvPr id="23" name="Text 21"/>
          <p:cNvSpPr txBox="1"/>
          <p:nvPr/>
        </p:nvSpPr>
        <p:spPr>
          <a:xfrm>
            <a:off x="713232" y="3776472"/>
            <a:ext cx="3246120" cy="658368"/>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all 4.97M tweets on a laptop RTX 4050 in under two hours (about 630 tweets per second)</a:t>
            </a:r>
            <a:endParaRPr lang="en-US" sz="1150" dirty="0"/>
          </a:p>
        </p:txBody>
      </p:sp>
      <p:sp>
        <p:nvSpPr>
          <p:cNvPr id="24" name="Shape 22"/>
          <p:cNvSpPr/>
          <p:nvPr/>
        </p:nvSpPr>
        <p:spPr>
          <a:xfrm>
            <a:off x="4297680" y="30632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25" name="Shape 23"/>
          <p:cNvSpPr/>
          <p:nvPr/>
        </p:nvSpPr>
        <p:spPr>
          <a:xfrm>
            <a:off x="4462272" y="3246120"/>
            <a:ext cx="457200" cy="457200"/>
          </a:xfrm>
          <a:prstGeom prst="ellipse">
            <a:avLst/>
          </a:prstGeom>
          <a:solidFill>
            <a:srgbClr val="0B0B0B"/>
          </a:solidFill>
          <a:ln w="12700">
            <a:solidFill>
              <a:srgbClr val="0B0B0B"/>
            </a:solidFill>
            <a:prstDash val="solid"/>
          </a:ln>
        </p:spPr>
        <p:txBody>
          <a:bodyPr/>
          <a:lstStyle/>
          <a:p>
            <a:endParaRPr lang="en-US"/>
          </a:p>
        </p:txBody>
      </p:sp>
      <p:sp>
        <p:nvSpPr>
          <p:cNvPr id="26" name="Text 24"/>
          <p:cNvSpPr txBox="1"/>
          <p:nvPr/>
        </p:nvSpPr>
        <p:spPr>
          <a:xfrm>
            <a:off x="4462272" y="32461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5047488" y="3227832"/>
            <a:ext cx="2651760" cy="45720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Analyze</a:t>
            </a:r>
            <a:endParaRPr lang="en-US" sz="1700" dirty="0"/>
          </a:p>
        </p:txBody>
      </p:sp>
      <p:sp>
        <p:nvSpPr>
          <p:cNvPr id="28" name="Text 26"/>
          <p:cNvSpPr txBox="1"/>
          <p:nvPr/>
        </p:nvSpPr>
        <p:spPr>
          <a:xfrm>
            <a:off x="4462272" y="3776472"/>
            <a:ext cx="3246120" cy="658368"/>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year, party, hour, month, cycle, age, volume, spikes, networks, uniting vs dividing</a:t>
            </a:r>
            <a:endParaRPr lang="en-US" sz="1150" dirty="0"/>
          </a:p>
        </p:txBody>
      </p:sp>
      <p:sp>
        <p:nvSpPr>
          <p:cNvPr id="29" name="Shape 27"/>
          <p:cNvSpPr/>
          <p:nvPr/>
        </p:nvSpPr>
        <p:spPr>
          <a:xfrm>
            <a:off x="8046720" y="30632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30" name="Shape 28"/>
          <p:cNvSpPr/>
          <p:nvPr/>
        </p:nvSpPr>
        <p:spPr>
          <a:xfrm>
            <a:off x="8211312" y="3246120"/>
            <a:ext cx="457200" cy="457200"/>
          </a:xfrm>
          <a:prstGeom prst="ellipse">
            <a:avLst/>
          </a:prstGeom>
          <a:solidFill>
            <a:srgbClr val="0B0B0B"/>
          </a:solidFill>
          <a:ln w="12700">
            <a:solidFill>
              <a:srgbClr val="0B0B0B"/>
            </a:solidFill>
            <a:prstDash val="solid"/>
          </a:ln>
        </p:spPr>
        <p:txBody>
          <a:bodyPr/>
          <a:lstStyle/>
          <a:p>
            <a:endParaRPr lang="en-US"/>
          </a:p>
        </p:txBody>
      </p:sp>
      <p:sp>
        <p:nvSpPr>
          <p:cNvPr id="31" name="Text 29"/>
          <p:cNvSpPr txBox="1"/>
          <p:nvPr/>
        </p:nvSpPr>
        <p:spPr>
          <a:xfrm>
            <a:off x="8211312" y="324612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8796528" y="3227832"/>
            <a:ext cx="2651760" cy="45720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Publish</a:t>
            </a:r>
            <a:endParaRPr lang="en-US" sz="1700" dirty="0"/>
          </a:p>
        </p:txBody>
      </p:sp>
      <p:sp>
        <p:nvSpPr>
          <p:cNvPr id="33" name="Text 31"/>
          <p:cNvSpPr txBox="1"/>
          <p:nvPr/>
        </p:nvSpPr>
        <p:spPr>
          <a:xfrm>
            <a:off x="8211312" y="3776472"/>
            <a:ext cx="3246120" cy="658368"/>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a web story, an animated interlude or two, and a marimo notebook</a:t>
            </a:r>
            <a:endParaRPr lang="en-US" sz="1150" dirty="0"/>
          </a:p>
        </p:txBody>
      </p:sp>
      <p:sp>
        <p:nvSpPr>
          <p:cNvPr id="34" name="Text 32"/>
          <p:cNvSpPr txBox="1"/>
          <p:nvPr/>
        </p:nvSpPr>
        <p:spPr>
          <a:xfrm>
            <a:off x="548640" y="4754880"/>
            <a:ext cx="11064240" cy="1097280"/>
          </a:xfrm>
          <a:prstGeom prst="rect">
            <a:avLst/>
          </a:prstGeom>
          <a:noFill/>
          <a:ln/>
        </p:spPr>
        <p:txBody>
          <a:bodyPr wrap="square" lIns="0" tIns="0" rIns="0" bIns="0" rtlCol="0" anchor="t"/>
          <a:lstStyle/>
          <a:p>
            <a:pPr marL="0" indent="0">
              <a:buNone/>
            </a:pPr>
            <a:r>
              <a:rPr lang="en-US" sz="1250" dirty="0">
                <a:solidFill>
                  <a:srgbClr val="52514E"/>
                </a:solidFill>
                <a:latin typeface="Calibri" pitchFamily="34" charset="0"/>
                <a:ea typeface="Calibri" pitchFamily="34" charset="-122"/>
                <a:cs typeface="Calibri" pitchFamily="34" charset="-120"/>
              </a:rPr>
              <a:t>Choosing the model: we benchmarked three on a sample. The 4-class TweetEval model rated "when we fight, we win!" as rage, so it was out. The multilabel model's top-scored tweets were genuinely angry, and a separate sentiment model's negative score correlates 0.80 with it. A tweet counts as angry when P(anger) is above 0.5.</a:t>
            </a:r>
            <a:endParaRPr lang="en-US" sz="1250" dirty="0"/>
          </a:p>
        </p:txBody>
      </p:sp>
      <p:sp>
        <p:nvSpPr>
          <p:cNvPr id="35" name="Text 33"/>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RESULT 1</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It's not you. It's the White House.</a:t>
            </a:r>
            <a:endParaRPr lang="en-US" sz="3400" dirty="0"/>
          </a:p>
        </p:txBody>
      </p:sp>
      <p:graphicFrame>
        <p:nvGraphicFramePr>
          <p:cNvPr id="4" name="Chart 0"/>
          <p:cNvGraphicFramePr/>
          <p:nvPr/>
        </p:nvGraphicFramePr>
        <p:xfrm>
          <a:off x="548640" y="1371600"/>
          <a:ext cx="73152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8229600" y="1463040"/>
            <a:ext cx="342900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2514E"/>
                </a:solidFill>
                <a:latin typeface="Calibri" pitchFamily="34" charset="0"/>
                <a:ea typeface="Calibri" pitchFamily="34" charset="-122"/>
                <a:cs typeface="Calibri" pitchFamily="34" charset="-120"/>
              </a:rPr>
              <a:t>Anger sat below 0.21 through the Obama years, jumped to 0.29 in 2017 and reached 0.44 in 2025, the angriest year on record.</a:t>
            </a:r>
            <a:endParaRPr lang="en-US" sz="1300" dirty="0"/>
          </a:p>
          <a:p>
            <a:pPr marL="342900" indent="-342900">
              <a:spcAft>
                <a:spcPts val="600"/>
              </a:spcAft>
              <a:buSzPct val="100000"/>
              <a:buChar char="•"/>
            </a:pPr>
            <a:r>
              <a:rPr lang="en-US" sz="1300" dirty="0">
                <a:solidFill>
                  <a:srgbClr val="52514E"/>
                </a:solidFill>
                <a:latin typeface="Calibri" pitchFamily="34" charset="0"/>
                <a:ea typeface="Calibri" pitchFamily="34" charset="-122"/>
                <a:cs typeface="Calibri" pitchFamily="34" charset="-120"/>
              </a:rPr>
              <a:t>Split by party it is an X. Democrats spike when Trump takes office (2017, 2025). Republicans spike under Biden. The lines cross at every inauguration.</a:t>
            </a:r>
            <a:endParaRPr lang="en-US" sz="1300" dirty="0"/>
          </a:p>
          <a:p>
            <a:pPr marL="342900" indent="-342900">
              <a:spcAft>
                <a:spcPts val="600"/>
              </a:spcAft>
              <a:buSzPct val="100000"/>
              <a:buChar char="•"/>
            </a:pPr>
            <a:r>
              <a:rPr lang="en-US" sz="1300" dirty="0">
                <a:solidFill>
                  <a:srgbClr val="52514E"/>
                </a:solidFill>
                <a:latin typeface="Calibri" pitchFamily="34" charset="0"/>
                <a:ea typeface="Calibri" pitchFamily="34" charset="-122"/>
                <a:cs typeface="Calibri" pitchFamily="34" charset="-120"/>
              </a:rPr>
              <a:t>Each hand-over ratchets the floor higher: today's in-party (0.35) is angrier than 2017's out-party (0.34).</a:t>
            </a:r>
            <a:endParaRPr lang="en-US" sz="1300" dirty="0"/>
          </a:p>
        </p:txBody>
      </p:sp>
      <p:sp>
        <p:nvSpPr>
          <p:cNvPr id="6" name="Text 3"/>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RESULT 1, CONTINUED</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Same rule, four presidencies</a:t>
            </a:r>
            <a:endParaRPr lang="en-US" sz="3400" dirty="0"/>
          </a:p>
        </p:txBody>
      </p:sp>
      <p:graphicFrame>
        <p:nvGraphicFramePr>
          <p:cNvPr id="4" name="Chart 0"/>
          <p:cNvGraphicFramePr/>
          <p:nvPr/>
        </p:nvGraphicFramePr>
        <p:xfrm>
          <a:off x="548640" y="1371600"/>
          <a:ext cx="69494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63840" y="1463040"/>
            <a:ext cx="374904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6" name="Text 3"/>
          <p:cNvSpPr txBox="1"/>
          <p:nvPr/>
        </p:nvSpPr>
        <p:spPr>
          <a:xfrm>
            <a:off x="8001000" y="1572768"/>
            <a:ext cx="347472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0.18 vs 0.19</a:t>
            </a:r>
            <a:endParaRPr lang="en-US" sz="3000" dirty="0"/>
          </a:p>
        </p:txBody>
      </p:sp>
      <p:sp>
        <p:nvSpPr>
          <p:cNvPr id="7" name="Text 4"/>
          <p:cNvSpPr txBox="1"/>
          <p:nvPr/>
        </p:nvSpPr>
        <p:spPr>
          <a:xfrm>
            <a:off x="8001000" y="2304288"/>
            <a:ext cx="347472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Democrats and Republicans under Obama. Equal, and calm.</a:t>
            </a:r>
            <a:endParaRPr lang="en-US" sz="1150" dirty="0"/>
          </a:p>
        </p:txBody>
      </p:sp>
      <p:sp>
        <p:nvSpPr>
          <p:cNvPr id="8" name="Shape 5"/>
          <p:cNvSpPr/>
          <p:nvPr/>
        </p:nvSpPr>
        <p:spPr>
          <a:xfrm>
            <a:off x="7863840" y="3063240"/>
            <a:ext cx="374904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9" name="Text 6"/>
          <p:cNvSpPr txBox="1"/>
          <p:nvPr/>
        </p:nvSpPr>
        <p:spPr>
          <a:xfrm>
            <a:off x="8001000" y="3172968"/>
            <a:ext cx="347472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0.12 to 0.17</a:t>
            </a:r>
            <a:endParaRPr lang="en-US" sz="3000" dirty="0"/>
          </a:p>
        </p:txBody>
      </p:sp>
      <p:sp>
        <p:nvSpPr>
          <p:cNvPr id="10" name="Text 7"/>
          <p:cNvSpPr txBox="1"/>
          <p:nvPr/>
        </p:nvSpPr>
        <p:spPr>
          <a:xfrm>
            <a:off x="8001000" y="3904488"/>
            <a:ext cx="347472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how much angrier the out-party has been than the in-party in every presidency since</a:t>
            </a:r>
            <a:endParaRPr lang="en-US" sz="1150" dirty="0"/>
          </a:p>
        </p:txBody>
      </p:sp>
      <p:sp>
        <p:nvSpPr>
          <p:cNvPr id="11" name="Shape 8"/>
          <p:cNvSpPr/>
          <p:nvPr/>
        </p:nvSpPr>
        <p:spPr>
          <a:xfrm>
            <a:off x="7863840" y="4663440"/>
            <a:ext cx="374904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12" name="Text 9"/>
          <p:cNvSpPr txBox="1"/>
          <p:nvPr/>
        </p:nvSpPr>
        <p:spPr>
          <a:xfrm>
            <a:off x="8001000" y="4773168"/>
            <a:ext cx="3474720" cy="731520"/>
          </a:xfrm>
          <a:prstGeom prst="rect">
            <a:avLst/>
          </a:prstGeom>
          <a:noFill/>
          <a:ln/>
        </p:spPr>
        <p:txBody>
          <a:bodyPr wrap="square" lIns="0" tIns="0" rIns="0" bIns="0" rtlCol="0" anchor="ctr"/>
          <a:lstStyle/>
          <a:p>
            <a:pPr marL="0" indent="0">
              <a:buNone/>
            </a:pPr>
            <a:r>
              <a:rPr lang="en-US" sz="3000" b="1" dirty="0">
                <a:solidFill>
                  <a:srgbClr val="E34948"/>
                </a:solidFill>
                <a:latin typeface="Calibri" pitchFamily="34" charset="0"/>
                <a:ea typeface="Calibri" pitchFamily="34" charset="-122"/>
                <a:cs typeface="Calibri" pitchFamily="34" charset="-120"/>
              </a:rPr>
              <a:t>0.50</a:t>
            </a:r>
            <a:endParaRPr lang="en-US" sz="3000" dirty="0"/>
          </a:p>
        </p:txBody>
      </p:sp>
      <p:sp>
        <p:nvSpPr>
          <p:cNvPr id="13" name="Text 10"/>
          <p:cNvSpPr txBox="1"/>
          <p:nvPr/>
        </p:nvSpPr>
        <p:spPr>
          <a:xfrm>
            <a:off x="8001000" y="5504688"/>
            <a:ext cx="347472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Democrats in Trump's second term, the angriest any group has ever been</a:t>
            </a:r>
            <a:endParaRPr lang="en-US" sz="1150" dirty="0"/>
          </a:p>
        </p:txBody>
      </p:sp>
      <p:sp>
        <p:nvSpPr>
          <p:cNvPr id="14" name="Text 11"/>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RESULT 2</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Congress's most reliable source of anger is Congress</a:t>
            </a:r>
            <a:endParaRPr lang="en-US" sz="3400" dirty="0"/>
          </a:p>
        </p:txBody>
      </p:sp>
      <p:graphicFrame>
        <p:nvGraphicFramePr>
          <p:cNvPr id="4" name="Chart 0"/>
          <p:cNvGraphicFramePr/>
          <p:nvPr/>
        </p:nvGraphicFramePr>
        <p:xfrm>
          <a:off x="548640" y="1325880"/>
          <a:ext cx="70408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5349240"/>
            <a:ext cx="7040880" cy="457200"/>
          </a:xfrm>
          <a:prstGeom prst="rect">
            <a:avLst/>
          </a:prstGeom>
          <a:noFill/>
          <a:ln/>
        </p:spPr>
        <p:txBody>
          <a:bodyPr wrap="square" lIns="0" tIns="0" rIns="0" bIns="0" rtlCol="0" anchor="t"/>
          <a:lstStyle/>
          <a:p>
            <a:pPr marL="0" indent="0">
              <a:buNone/>
            </a:pPr>
            <a:r>
              <a:rPr lang="en-US" sz="1100" i="1" dirty="0">
                <a:solidFill>
                  <a:srgbClr val="898781"/>
                </a:solidFill>
                <a:latin typeface="Calibri" pitchFamily="34" charset="0"/>
                <a:ea typeface="Calibri" pitchFamily="34" charset="-122"/>
                <a:cs typeface="Calibri" pitchFamily="34" charset="-120"/>
              </a:rPr>
              <a:t>Blue and red are braided together until 2017, then split into two bands and swap places at each inauguration.</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818120" y="1371600"/>
          <a:ext cx="3840480" cy="3072384"/>
        </p:xfrm>
        <a:graphic>
          <a:graphicData uri="http://schemas.openxmlformats.org/drawingml/2006/table">
            <a:tbl>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384048">
                <a:tc>
                  <a:txBody>
                    <a:bodyPr/>
                    <a:lstStyle/>
                    <a:p>
                      <a:pPr marL="0" indent="0">
                        <a:buNone/>
                      </a:pPr>
                      <a:r>
                        <a:rPr lang="en-US" sz="950" b="1" dirty="0">
                          <a:solidFill>
                            <a:srgbClr val="52514E"/>
                          </a:solidFill>
                          <a:latin typeface="Calibri" pitchFamily="34" charset="0"/>
                          <a:ea typeface="Calibri" pitchFamily="34" charset="-122"/>
                          <a:cs typeface="Calibri" pitchFamily="34" charset="-120"/>
                        </a:rPr>
                        <a:t>Week</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b="1" dirty="0">
                          <a:solidFill>
                            <a:srgbClr val="52514E"/>
                          </a:solidFill>
                          <a:latin typeface="Calibri" pitchFamily="34" charset="0"/>
                          <a:ea typeface="Calibri" pitchFamily="34" charset="-122"/>
                          <a:cs typeface="Calibri" pitchFamily="34" charset="-120"/>
                        </a:rPr>
                        <a:t>Event</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b="1" dirty="0">
                          <a:solidFill>
                            <a:srgbClr val="52514E"/>
                          </a:solidFill>
                          <a:latin typeface="Calibri" pitchFamily="34" charset="0"/>
                          <a:ea typeface="Calibri" pitchFamily="34" charset="-122"/>
                          <a:cs typeface="Calibri" pitchFamily="34" charset="-120"/>
                        </a:rPr>
                        <a:t>Excess</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2013-09-30</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GOVERNMENT SHUTDOWN begins (Oct 1)</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+0.22</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2021-01-04</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JANUARY 6 Capitol attack</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2025-09-29</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GOVERNMENT SHUTDOWN begins (Oct 1), angriest week on record</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+0.14</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2019-01-07</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35-day shutdown peak; Trump Oval Office address</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+0.14</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2018-01-15</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GOVERNMENT SHUTDOWN (Jan 20 to 22)</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+0.12</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2011-04-04</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Near-shutdown, Apr 8 deadline</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2016-01-04</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Obama gun executive actions; ACA/PP repeal veto</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marL="0" indent="0">
                        <a:buNone/>
                      </a:pPr>
                      <a:r>
                        <a:rPr lang="en-US" sz="950" dirty="0">
                          <a:solidFill>
                            <a:srgbClr val="52514E"/>
                          </a:solidFill>
                          <a:latin typeface="Calibri" pitchFamily="34" charset="0"/>
                          <a:ea typeface="Calibri" pitchFamily="34" charset="-122"/>
                          <a:cs typeface="Calibri" pitchFamily="34" charset="-120"/>
                        </a:rPr>
                        <a:t>+0.11</a:t>
                      </a:r>
                      <a:endParaRPr lang="en-US" sz="95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3"/>
          <p:cNvSpPr txBox="1"/>
          <p:nvPr/>
        </p:nvSpPr>
        <p:spPr>
          <a:xfrm>
            <a:off x="7818120" y="4572000"/>
            <a:ext cx="3840480" cy="1645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Four of the top five spikes are government shutdowns. January 6 is the only external event in that tier. Of the 40 biggest spikes, 13 are fiscal brinkmanship, about 10 are presidential actions, and 6 are violence or tragedy, the only weeks when the two party lines converge.</a:t>
            </a:r>
            <a:endParaRPr lang="en-US" sz="1150" dirty="0"/>
          </a:p>
        </p:txBody>
      </p:sp>
      <p:sp>
        <p:nvSpPr>
          <p:cNvPr id="6" name="Text 4"/>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RESULT 3</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Anger keeps office hours</a:t>
            </a:r>
            <a:endParaRPr lang="en-US" sz="3400" dirty="0"/>
          </a:p>
        </p:txBody>
      </p:sp>
      <p:sp>
        <p:nvSpPr>
          <p:cNvPr id="4" name="Shape 2"/>
          <p:cNvSpPr/>
          <p:nvPr/>
        </p:nvSpPr>
        <p:spPr>
          <a:xfrm>
            <a:off x="548640" y="14630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5" name="Text 3"/>
          <p:cNvSpPr txBox="1"/>
          <p:nvPr/>
        </p:nvSpPr>
        <p:spPr>
          <a:xfrm>
            <a:off x="685800" y="1572768"/>
            <a:ext cx="329184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13 of 16</a:t>
            </a:r>
            <a:endParaRPr lang="en-US" sz="3000" dirty="0"/>
          </a:p>
        </p:txBody>
      </p:sp>
      <p:sp>
        <p:nvSpPr>
          <p:cNvPr id="6" name="Text 4"/>
          <p:cNvSpPr txBox="1"/>
          <p:nvPr/>
        </p:nvSpPr>
        <p:spPr>
          <a:xfrm>
            <a:off x="685800" y="2304288"/>
            <a:ext cx="32918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years in which 9 pm to 4 am (home-state time) is angrier than that year's average. Working hours sit exactly on the average.</a:t>
            </a:r>
            <a:endParaRPr lang="en-US" sz="1150" dirty="0"/>
          </a:p>
        </p:txBody>
      </p:sp>
      <p:sp>
        <p:nvSpPr>
          <p:cNvPr id="7" name="Shape 5"/>
          <p:cNvSpPr/>
          <p:nvPr/>
        </p:nvSpPr>
        <p:spPr>
          <a:xfrm>
            <a:off x="4297680" y="14630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8" name="Text 6"/>
          <p:cNvSpPr txBox="1"/>
          <p:nvPr/>
        </p:nvSpPr>
        <p:spPr>
          <a:xfrm>
            <a:off x="4434840" y="1572768"/>
            <a:ext cx="329184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14 of 16</a:t>
            </a:r>
            <a:endParaRPr lang="en-US" sz="3000" dirty="0"/>
          </a:p>
        </p:txBody>
      </p:sp>
      <p:sp>
        <p:nvSpPr>
          <p:cNvPr id="9" name="Text 7"/>
          <p:cNvSpPr txBox="1"/>
          <p:nvPr/>
        </p:nvSpPr>
        <p:spPr>
          <a:xfrm>
            <a:off x="4434840" y="2304288"/>
            <a:ext cx="32918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years in which August, the recess month, is calmer than the year's average</a:t>
            </a:r>
            <a:endParaRPr lang="en-US" sz="1150" dirty="0"/>
          </a:p>
        </p:txBody>
      </p:sp>
      <p:sp>
        <p:nvSpPr>
          <p:cNvPr id="10" name="Shape 8"/>
          <p:cNvSpPr/>
          <p:nvPr/>
        </p:nvSpPr>
        <p:spPr>
          <a:xfrm>
            <a:off x="8046720" y="146304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11" name="Text 9"/>
          <p:cNvSpPr txBox="1"/>
          <p:nvPr/>
        </p:nvSpPr>
        <p:spPr>
          <a:xfrm>
            <a:off x="8183880" y="1572768"/>
            <a:ext cx="3291840" cy="731520"/>
          </a:xfrm>
          <a:prstGeom prst="rect">
            <a:avLst/>
          </a:prstGeom>
          <a:noFill/>
          <a:ln/>
        </p:spPr>
        <p:txBody>
          <a:bodyPr wrap="square" lIns="0" tIns="0" rIns="0" bIns="0" rtlCol="0" anchor="ctr"/>
          <a:lstStyle/>
          <a:p>
            <a:pPr marL="0" indent="0">
              <a:buNone/>
            </a:pPr>
            <a:r>
              <a:rPr lang="en-US" sz="3000" b="1" dirty="0">
                <a:solidFill>
                  <a:srgbClr val="0B0B0B"/>
                </a:solidFill>
                <a:latin typeface="Calibri" pitchFamily="34" charset="0"/>
                <a:ea typeface="Calibri" pitchFamily="34" charset="-122"/>
                <a:cs typeface="Calibri" pitchFamily="34" charset="-120"/>
              </a:rPr>
              <a:t>6 of 7</a:t>
            </a:r>
            <a:endParaRPr lang="en-US" sz="3000" dirty="0"/>
          </a:p>
        </p:txBody>
      </p:sp>
      <p:sp>
        <p:nvSpPr>
          <p:cNvPr id="12" name="Text 10"/>
          <p:cNvSpPr txBox="1"/>
          <p:nvPr/>
        </p:nvSpPr>
        <p:spPr>
          <a:xfrm>
            <a:off x="8183880" y="2304288"/>
            <a:ext cx="32918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elections where the final four weeks were calmer than the rest of the year. There is no ramp into November in any of eight cycles.</a:t>
            </a:r>
            <a:endParaRPr lang="en-US" sz="1150" dirty="0"/>
          </a:p>
        </p:txBody>
      </p:sp>
      <p:sp>
        <p:nvSpPr>
          <p:cNvPr id="13" name="Text 11"/>
          <p:cNvSpPr txBox="1"/>
          <p:nvPr/>
        </p:nvSpPr>
        <p:spPr>
          <a:xfrm>
            <a:off x="548640" y="3154680"/>
            <a:ext cx="11064240" cy="457200"/>
          </a:xfrm>
          <a:prstGeom prst="rect">
            <a:avLst/>
          </a:prstGeom>
          <a:noFill/>
          <a:ln/>
        </p:spPr>
        <p:txBody>
          <a:bodyPr wrap="square" lIns="0" tIns="0" rIns="0" bIns="0" rtlCol="0" anchor="t"/>
          <a:lstStyle/>
          <a:p>
            <a:pPr marL="0" indent="0">
              <a:buNone/>
            </a:pPr>
            <a:r>
              <a:rPr lang="en-US" sz="1200" i="1" dirty="0">
                <a:solidFill>
                  <a:srgbClr val="898781"/>
                </a:solidFill>
                <a:latin typeface="Calibri" pitchFamily="34" charset="0"/>
                <a:ea typeface="Calibri" pitchFamily="34" charset="-122"/>
                <a:cs typeface="Calibri" pitchFamily="34" charset="-120"/>
              </a:rPr>
              <a:t>Every curve is measured against its own year, so the steep 2011 to 2026 trend cannot masquerade as a daily or seasonal pattern.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6400800" cy="2340864"/>
        </p:xfrm>
        <a:graphic>
          <a:graphicData uri="http://schemas.openxmlformats.org/drawingml/2006/table">
            <a:tbl>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92608">
                <a:tc>
                  <a:txBody>
                    <a:bodyPr/>
                    <a:lstStyle/>
                    <a:p>
                      <a:pPr marL="0" indent="0">
                        <a:buNone/>
                      </a:pPr>
                      <a:r>
                        <a:rPr lang="en-US" sz="1100" b="1" dirty="0">
                          <a:solidFill>
                            <a:srgbClr val="52514E"/>
                          </a:solidFill>
                          <a:latin typeface="Calibri" pitchFamily="34" charset="0"/>
                          <a:ea typeface="Calibri" pitchFamily="34" charset="-122"/>
                          <a:cs typeface="Calibri" pitchFamily="34" charset="-120"/>
                        </a:rPr>
                        <a:t>Member</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b="1" dirty="0">
                          <a:solidFill>
                            <a:srgbClr val="52514E"/>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b="1" dirty="0">
                          <a:solidFill>
                            <a:srgbClr val="52514E"/>
                          </a:solidFill>
                          <a:latin typeface="Calibri" pitchFamily="34" charset="0"/>
                          <a:ea typeface="Calibri" pitchFamily="34" charset="-122"/>
                          <a:cs typeface="Calibri" pitchFamily="34" charset="-120"/>
                        </a:rPr>
                        <a:t>Angry by day</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b="1" dirty="0">
                          <a:solidFill>
                            <a:srgbClr val="52514E"/>
                          </a:solidFill>
                          <a:latin typeface="Calibri" pitchFamily="34" charset="0"/>
                          <a:ea typeface="Calibri" pitchFamily="34" charset="-122"/>
                          <a:cs typeface="Calibri" pitchFamily="34" charset="-120"/>
                        </a:rPr>
                        <a:t>Angry at night</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0"/>
                  </a:ext>
                </a:extLst>
              </a:tr>
              <a:tr h="292608">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Mike Levin</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night owl</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Mazie K. Hirono</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night owl</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Joe Wilson</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night owl</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Jason Crow</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night owl</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Bill Hagerty</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morning person</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Ronny Jackson</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morning person</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6"/>
                  </a:ext>
                </a:extLst>
              </a:tr>
              <a:tr h="292608">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Jim Jordan</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morning person</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tc>
                  <a:txBody>
                    <a:bodyPr/>
                    <a:lstStyle/>
                    <a:p>
                      <a:pPr marL="0" indent="0">
                        <a:buNone/>
                      </a:pPr>
                      <a:r>
                        <a:rPr lang="en-US" sz="1100" dirty="0">
                          <a:solidFill>
                            <a:srgbClr val="52514E"/>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5" name="Text 12"/>
          <p:cNvSpPr txBox="1"/>
          <p:nvPr/>
        </p:nvSpPr>
        <p:spPr>
          <a:xfrm>
            <a:off x="7315200" y="3749040"/>
            <a:ext cx="4297680" cy="2286000"/>
          </a:xfrm>
          <a:prstGeom prst="rect">
            <a:avLst/>
          </a:prstGeom>
          <a:noFill/>
          <a:ln/>
        </p:spPr>
        <p:txBody>
          <a:bodyPr wrap="square" lIns="0" tIns="0" rIns="0" bIns="0" rtlCol="0" anchor="t"/>
          <a:lstStyle/>
          <a:p>
            <a:pPr marL="0" indent="0">
              <a:buNone/>
            </a:pPr>
            <a:r>
              <a:rPr lang="en-US" sz="1250" dirty="0">
                <a:solidFill>
                  <a:srgbClr val="52514E"/>
                </a:solidFill>
                <a:latin typeface="Calibri" pitchFamily="34" charset="0"/>
                <a:ea typeface="Calibri" pitchFamily="34" charset="-122"/>
                <a:cs typeface="Calibri" pitchFamily="34" charset="-120"/>
              </a:rPr>
              <a:t>Some members run on their own clock. Mike Levin is a mild 25% angry by day and 56% after dark. Bill Hagerty is the opposite. The web story turns these nine into an animated day on the Hill, sunrise to sunset, with faces driven by the hourly numbers.</a:t>
            </a:r>
            <a:endParaRPr lang="en-US" sz="1250" dirty="0"/>
          </a:p>
        </p:txBody>
      </p:sp>
      <p:sp>
        <p:nvSpPr>
          <p:cNvPr id="16" name="Text 13"/>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RESULT 4</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The anger forecast</a:t>
            </a:r>
            <a:endParaRPr lang="en-US" sz="3400" dirty="0"/>
          </a:p>
        </p:txBody>
      </p:sp>
      <p:graphicFrame>
        <p:nvGraphicFramePr>
          <p:cNvPr id="4" name="Chart 0"/>
          <p:cNvGraphicFramePr/>
          <p:nvPr/>
        </p:nvGraphicFramePr>
        <p:xfrm>
          <a:off x="548640" y="1371600"/>
          <a:ext cx="67665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589520" y="1463040"/>
            <a:ext cx="4023360" cy="4572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52514E"/>
                </a:solidFill>
                <a:latin typeface="Calibri" pitchFamily="34" charset="0"/>
                <a:ea typeface="Calibri" pitchFamily="34" charset="-122"/>
                <a:cs typeface="Calibri" pitchFamily="34" charset="-120"/>
              </a:rPr>
              <a:t>Overall, 29% of tweets are angry. Knowing the party tells you nothing (29%).</a:t>
            </a:r>
            <a:endParaRPr lang="en-US" sz="1250" dirty="0"/>
          </a:p>
          <a:p>
            <a:pPr marL="342900" indent="-342900">
              <a:spcAft>
                <a:spcPts val="600"/>
              </a:spcAft>
              <a:buSzPct val="100000"/>
              <a:buChar char="•"/>
            </a:pPr>
            <a:r>
              <a:rPr lang="en-US" sz="1250" dirty="0">
                <a:solidFill>
                  <a:srgbClr val="52514E"/>
                </a:solidFill>
                <a:latin typeface="Calibri" pitchFamily="34" charset="0"/>
                <a:ea typeface="Calibri" pitchFamily="34" charset="-122"/>
                <a:cs typeface="Calibri" pitchFamily="34" charset="-120"/>
              </a:rPr>
              <a:t>Knowing the party and the president moves it to 52%. The hour adds nothing on top.</a:t>
            </a:r>
            <a:endParaRPr lang="en-US" sz="1250" dirty="0"/>
          </a:p>
          <a:p>
            <a:pPr marL="342900" indent="-342900">
              <a:spcAft>
                <a:spcPts val="600"/>
              </a:spcAft>
              <a:buSzPct val="100000"/>
              <a:buChar char="•"/>
            </a:pPr>
            <a:r>
              <a:rPr lang="en-US" sz="1250" dirty="0">
                <a:solidFill>
                  <a:srgbClr val="52514E"/>
                </a:solidFill>
                <a:latin typeface="Calibri" pitchFamily="34" charset="0"/>
                <a:ea typeface="Calibri" pitchFamily="34" charset="-122"/>
                <a:cs typeface="Calibri" pitchFamily="34" charset="-120"/>
              </a:rPr>
              <a:t>Knowing the person makes it nearly certain: Chris Van Hollen, 9 to 5, in Trump's second term, is a 90% forecast. If Patty Murray tweets before sunrise in that period, 84% of the time it's angry.</a:t>
            </a:r>
            <a:endParaRPr lang="en-US" sz="1250" dirty="0"/>
          </a:p>
          <a:p>
            <a:pPr marL="342900" indent="-342900">
              <a:spcAft>
                <a:spcPts val="600"/>
              </a:spcAft>
              <a:buSzPct val="100000"/>
              <a:buChar char="•"/>
            </a:pPr>
            <a:r>
              <a:rPr lang="en-US" sz="1250" dirty="0">
                <a:solidFill>
                  <a:srgbClr val="52514E"/>
                </a:solidFill>
                <a:latin typeface="Calibri" pitchFamily="34" charset="0"/>
                <a:ea typeface="Calibri" pitchFamily="34" charset="-122"/>
                <a:cs typeface="Calibri" pitchFamily="34" charset="-120"/>
              </a:rPr>
              <a:t>Volume predicts anger too (Spearman 0.31). Everyone who tweets more than seven times a day is angrier than average. Except Cory Booker: 8.5 tweets a day, 18% angry.</a:t>
            </a:r>
            <a:endParaRPr lang="en-US" sz="1250" dirty="0"/>
          </a:p>
        </p:txBody>
      </p:sp>
      <p:sp>
        <p:nvSpPr>
          <p:cNvPr id="6" name="Text 3"/>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RESULT 5</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Nobody unites from opposition</a:t>
            </a:r>
            <a:endParaRPr lang="en-US" sz="3400" dirty="0"/>
          </a:p>
        </p:txBody>
      </p:sp>
      <p:graphicFrame>
        <p:nvGraphicFramePr>
          <p:cNvPr id="4" name="Chart 0"/>
          <p:cNvGraphicFramePr/>
          <p:nvPr/>
        </p:nvGraphicFramePr>
        <p:xfrm>
          <a:off x="548640" y="1371600"/>
          <a:ext cx="566928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548640" y="3931920"/>
          <a:ext cx="5669280" cy="23774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6492240" y="1371600"/>
          <a:ext cx="5166360" cy="251460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2"/>
          <p:cNvSpPr txBox="1"/>
          <p:nvPr/>
        </p:nvSpPr>
        <p:spPr>
          <a:xfrm>
            <a:off x="6492240" y="3977640"/>
            <a:ext cx="5166360" cy="23774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Polarizing tweets belong to the out-party: Democrats 17% in 2017, Republicans 25% in 2022, Democrats 35% in 2025, the record.</a:t>
            </a:r>
            <a:endParaRPr lang="en-US" sz="1150" dirty="0"/>
          </a:p>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Civic unity belongs to the in-party. Republicans' peak is 2018, Democrats' is 2024. In 2025 both fall to 2.6%.</a:t>
            </a:r>
            <a:endParaRPr lang="en-US" sz="1150" dirty="0"/>
          </a:p>
          <a:p>
            <a:pPr marL="342900" indent="-342900">
              <a:spcAft>
                <a:spcPts val="600"/>
              </a:spcAft>
              <a:buSzPct val="100000"/>
              <a:buChar char="•"/>
            </a:pPr>
            <a:r>
              <a:rPr lang="en-US" sz="1150" dirty="0">
                <a:solidFill>
                  <a:srgbClr val="52514E"/>
                </a:solidFill>
                <a:latin typeface="Calibri" pitchFamily="34" charset="0"/>
                <a:ea typeface="Calibri" pitchFamily="34" charset="-122"/>
                <a:cs typeface="Calibri" pitchFamily="34" charset="-120"/>
              </a:rPr>
              <a:t>The parties felt roughly the same things until 2016, split in 2017 (anger), came back together in 2020 (the pandemic year), and have been apart since 2021, where the gap is optimism, and in 2025, disgust.</a:t>
            </a:r>
            <a:endParaRPr lang="en-US" sz="1150" dirty="0"/>
          </a:p>
        </p:txBody>
      </p:sp>
      <p:sp>
        <p:nvSpPr>
          <p:cNvPr id="8" name="Text 3"/>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RESULT 6</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Two networks, one Congress</a:t>
            </a:r>
            <a:endParaRPr lang="en-US" sz="3400" dirty="0"/>
          </a:p>
        </p:txBody>
      </p:sp>
      <p:pic>
        <p:nvPicPr>
          <p:cNvPr id="4" name="Image 0" descr="C:\Users\user\Documents\Projects\HopHacks\figures\network_preview.png"/>
          <p:cNvPicPr>
            <a:picLocks noChangeAspect="1"/>
          </p:cNvPicPr>
          <p:nvPr/>
        </p:nvPicPr>
        <p:blipFill>
          <a:blip r:embed="rId3"/>
          <a:stretch>
            <a:fillRect/>
          </a:stretch>
        </p:blipFill>
        <p:spPr>
          <a:xfrm>
            <a:off x="548640" y="1325880"/>
            <a:ext cx="7223760" cy="3611880"/>
          </a:xfrm>
          <a:prstGeom prst="rect">
            <a:avLst/>
          </a:prstGeom>
        </p:spPr>
      </p:pic>
      <p:sp>
        <p:nvSpPr>
          <p:cNvPr id="5" name="Text 2"/>
          <p:cNvSpPr txBox="1"/>
          <p:nvPr/>
        </p:nvSpPr>
        <p:spPr>
          <a:xfrm>
            <a:off x="548640" y="4983480"/>
            <a:ext cx="7223760" cy="640080"/>
          </a:xfrm>
          <a:prstGeom prst="rect">
            <a:avLst/>
          </a:prstGeom>
          <a:noFill/>
          <a:ln/>
        </p:spPr>
        <p:txBody>
          <a:bodyPr wrap="square" lIns="0" tIns="0" rIns="0" bIns="0" rtlCol="0" anchor="t"/>
          <a:lstStyle/>
          <a:p>
            <a:pPr marL="0" indent="0">
              <a:buNone/>
            </a:pPr>
            <a:r>
              <a:rPr lang="en-US" sz="1050" i="1" dirty="0">
                <a:solidFill>
                  <a:srgbClr val="898781"/>
                </a:solidFill>
                <a:latin typeface="Calibri" pitchFamily="34" charset="0"/>
                <a:ea typeface="Calibri" pitchFamily="34" charset="-122"/>
                <a:cs typeface="Calibri" pitchFamily="34" charset="-120"/>
              </a:rPr>
              <a:t>Left: who retweets whom. Right: who addresses whom in public with .@ (a call-out when it crosses the aisle). Democrats on the left arc, Republicans on the right, hubs nearest the centre, line width by tweet count.</a:t>
            </a:r>
            <a:endParaRPr lang="en-US" sz="1050" dirty="0"/>
          </a:p>
        </p:txBody>
      </p:sp>
      <p:sp>
        <p:nvSpPr>
          <p:cNvPr id="6" name="Shape 3"/>
          <p:cNvSpPr/>
          <p:nvPr/>
        </p:nvSpPr>
        <p:spPr>
          <a:xfrm>
            <a:off x="8046720" y="137160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7" name="Text 4"/>
          <p:cNvSpPr txBox="1"/>
          <p:nvPr/>
        </p:nvSpPr>
        <p:spPr>
          <a:xfrm>
            <a:off x="8183880" y="1481328"/>
            <a:ext cx="3291840" cy="731520"/>
          </a:xfrm>
          <a:prstGeom prst="rect">
            <a:avLst/>
          </a:prstGeom>
          <a:noFill/>
          <a:ln/>
        </p:spPr>
        <p:txBody>
          <a:bodyPr wrap="square" lIns="0" tIns="0" rIns="0" bIns="0" rtlCol="0" anchor="ctr"/>
          <a:lstStyle/>
          <a:p>
            <a:pPr marL="0" indent="0">
              <a:buNone/>
            </a:pPr>
            <a:r>
              <a:rPr lang="en-US" sz="3000" b="1" dirty="0">
                <a:solidFill>
                  <a:srgbClr val="EDA100"/>
                </a:solidFill>
                <a:latin typeface="Calibri" pitchFamily="34" charset="0"/>
                <a:ea typeface="Calibri" pitchFamily="34" charset="-122"/>
                <a:cs typeface="Calibri" pitchFamily="34" charset="-120"/>
              </a:rPr>
              <a:t>2% cross the aisle</a:t>
            </a:r>
            <a:endParaRPr lang="en-US" sz="3000" dirty="0"/>
          </a:p>
        </p:txBody>
      </p:sp>
      <p:sp>
        <p:nvSpPr>
          <p:cNvPr id="8" name="Text 5"/>
          <p:cNvSpPr txBox="1"/>
          <p:nvPr/>
        </p:nvSpPr>
        <p:spPr>
          <a:xfrm>
            <a:off x="8183880" y="2212848"/>
            <a:ext cx="32918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of 64,456 retweets of fellow members. Their anger: 0.16, the calmest tweets in Congress (0.40 within a party).</a:t>
            </a:r>
            <a:endParaRPr lang="en-US" sz="1150" dirty="0"/>
          </a:p>
        </p:txBody>
      </p:sp>
      <p:sp>
        <p:nvSpPr>
          <p:cNvPr id="9" name="Shape 6"/>
          <p:cNvSpPr/>
          <p:nvPr/>
        </p:nvSpPr>
        <p:spPr>
          <a:xfrm>
            <a:off x="8046720" y="2971800"/>
            <a:ext cx="3566160" cy="1417320"/>
          </a:xfrm>
          <a:prstGeom prst="roundRect">
            <a:avLst>
              <a:gd name="adj" fmla="val 5161"/>
            </a:avLst>
          </a:prstGeom>
          <a:solidFill>
            <a:srgbClr val="F1F0EC"/>
          </a:solidFill>
          <a:ln w="12700">
            <a:solidFill>
              <a:srgbClr val="F1F0EC"/>
            </a:solidFill>
            <a:prstDash val="solid"/>
          </a:ln>
        </p:spPr>
        <p:txBody>
          <a:bodyPr/>
          <a:lstStyle/>
          <a:p>
            <a:endParaRPr lang="en-US"/>
          </a:p>
        </p:txBody>
      </p:sp>
      <p:sp>
        <p:nvSpPr>
          <p:cNvPr id="10" name="Text 7"/>
          <p:cNvSpPr txBox="1"/>
          <p:nvPr/>
        </p:nvSpPr>
        <p:spPr>
          <a:xfrm>
            <a:off x="8183880" y="3081528"/>
            <a:ext cx="3291840" cy="731520"/>
          </a:xfrm>
          <a:prstGeom prst="rect">
            <a:avLst/>
          </a:prstGeom>
          <a:noFill/>
          <a:ln/>
        </p:spPr>
        <p:txBody>
          <a:bodyPr wrap="square" lIns="0" tIns="0" rIns="0" bIns="0" rtlCol="0" anchor="ctr"/>
          <a:lstStyle/>
          <a:p>
            <a:pPr marL="0" indent="0">
              <a:buNone/>
            </a:pPr>
            <a:r>
              <a:rPr lang="en-US" sz="3000" b="1" dirty="0">
                <a:solidFill>
                  <a:srgbClr val="E34948"/>
                </a:solidFill>
                <a:latin typeface="Calibri" pitchFamily="34" charset="0"/>
                <a:ea typeface="Calibri" pitchFamily="34" charset="-122"/>
                <a:cs typeface="Calibri" pitchFamily="34" charset="-120"/>
              </a:rPr>
              <a:t>37% cross the aisle</a:t>
            </a:r>
            <a:endParaRPr lang="en-US" sz="3000" dirty="0"/>
          </a:p>
        </p:txBody>
      </p:sp>
      <p:sp>
        <p:nvSpPr>
          <p:cNvPr id="11" name="Text 8"/>
          <p:cNvSpPr txBox="1"/>
          <p:nvPr/>
        </p:nvSpPr>
        <p:spPr>
          <a:xfrm>
            <a:off x="8183880" y="3813048"/>
            <a:ext cx="3291840" cy="50292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of 4,706 public call-outs. Their anger: 0.61, the angriest (0.30 within a party).</a:t>
            </a:r>
            <a:endParaRPr lang="en-US" sz="1150" dirty="0"/>
          </a:p>
        </p:txBody>
      </p:sp>
      <p:sp>
        <p:nvSpPr>
          <p:cNvPr id="12" name="Text 9"/>
          <p:cNvSpPr txBox="1"/>
          <p:nvPr/>
        </p:nvSpPr>
        <p:spPr>
          <a:xfrm>
            <a:off x="8046720" y="4572000"/>
            <a:ext cx="3566160" cy="1554480"/>
          </a:xfrm>
          <a:prstGeom prst="rect">
            <a:avLst/>
          </a:prstGeom>
          <a:noFill/>
          <a:ln/>
        </p:spPr>
        <p:txBody>
          <a:bodyPr wrap="square" lIns="0" tIns="0" rIns="0" bIns="0" rtlCol="0" anchor="t"/>
          <a:lstStyle/>
          <a:p>
            <a:pPr marL="0" indent="0">
              <a:buNone/>
            </a:pPr>
            <a:r>
              <a:rPr lang="en-US" sz="1150" dirty="0">
                <a:solidFill>
                  <a:srgbClr val="52514E"/>
                </a:solidFill>
                <a:latin typeface="Calibri" pitchFamily="34" charset="0"/>
                <a:ea typeface="Calibri" pitchFamily="34" charset="-122"/>
                <a:cs typeface="Calibri" pitchFamily="34" charset="-120"/>
              </a:rPr>
              <a:t>Lightning rods: Pelosi (514 call-outs, anger 0.76), McConnell (338, 0.63), Schumer (136, 0.82). Bridges: Massie, DeGette, McCain. Massie and McCain are on both lists, the only people both sides retweet and yell at.</a:t>
            </a:r>
            <a:endParaRPr lang="en-US" sz="1150" dirty="0"/>
          </a:p>
        </p:txBody>
      </p:sp>
      <p:sp>
        <p:nvSpPr>
          <p:cNvPr id="13" name="Text 10"/>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lIns="0" tIns="0" rIns="0" bIns="0" rtlCol="0" anchor="ctr"/>
          <a:lstStyle/>
          <a:p>
            <a:pPr marL="0" indent="0">
              <a:buNone/>
            </a:pPr>
            <a:r>
              <a:rPr lang="en-US" sz="1100" kern="0" spc="200" dirty="0">
                <a:solidFill>
                  <a:srgbClr val="898781"/>
                </a:solidFill>
                <a:latin typeface="Calibri" pitchFamily="34" charset="0"/>
                <a:ea typeface="Calibri" pitchFamily="34" charset="-122"/>
                <a:cs typeface="Calibri" pitchFamily="34" charset="-120"/>
              </a:rPr>
              <a:t>THE PATTERNS</a:t>
            </a:r>
            <a:endParaRPr lang="en-US" sz="1100" dirty="0"/>
          </a:p>
        </p:txBody>
      </p:sp>
      <p:sp>
        <p:nvSpPr>
          <p:cNvPr id="3" name="Text 1"/>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0B0B0B"/>
                </a:solidFill>
                <a:latin typeface="Cambria" pitchFamily="34" charset="0"/>
                <a:ea typeface="Cambria" pitchFamily="34" charset="-122"/>
                <a:cs typeface="Cambria" pitchFamily="34" charset="-120"/>
              </a:rPr>
              <a:t>Five things the data keeps saying</a:t>
            </a:r>
            <a:endParaRPr lang="en-US" sz="3400" dirty="0"/>
          </a:p>
        </p:txBody>
      </p:sp>
      <p:sp>
        <p:nvSpPr>
          <p:cNvPr id="4" name="Shape 2"/>
          <p:cNvSpPr/>
          <p:nvPr/>
        </p:nvSpPr>
        <p:spPr>
          <a:xfrm>
            <a:off x="548640" y="1481328"/>
            <a:ext cx="502920" cy="502920"/>
          </a:xfrm>
          <a:prstGeom prst="ellipse">
            <a:avLst/>
          </a:prstGeom>
          <a:solidFill>
            <a:srgbClr val="0B0B0B"/>
          </a:solidFill>
          <a:ln w="12700">
            <a:solidFill>
              <a:srgbClr val="0B0B0B"/>
            </a:solidFill>
            <a:prstDash val="solid"/>
          </a:ln>
        </p:spPr>
        <p:txBody>
          <a:bodyPr/>
          <a:lstStyle/>
          <a:p>
            <a:endParaRPr lang="en-US"/>
          </a:p>
        </p:txBody>
      </p:sp>
      <p:sp>
        <p:nvSpPr>
          <p:cNvPr id="5" name="Text 3"/>
          <p:cNvSpPr txBox="1"/>
          <p:nvPr/>
        </p:nvSpPr>
        <p:spPr>
          <a:xfrm>
            <a:off x="548640" y="1481328"/>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80160" y="1371600"/>
            <a:ext cx="3840480" cy="77724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Anger is positional, not personal</a:t>
            </a:r>
            <a:endParaRPr lang="en-US" sz="1700" dirty="0"/>
          </a:p>
        </p:txBody>
      </p:sp>
      <p:sp>
        <p:nvSpPr>
          <p:cNvPr id="7" name="Text 5"/>
          <p:cNvSpPr txBox="1"/>
          <p:nvPr/>
        </p:nvSpPr>
        <p:spPr>
          <a:xfrm>
            <a:off x="5212080" y="1371600"/>
            <a:ext cx="6400800" cy="86868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The same people are calm in power and furious out of it. Age adds nothing once you know the party: the within-person slope is a tight zero.</a:t>
            </a:r>
            <a:endParaRPr lang="en-US" sz="1250" dirty="0"/>
          </a:p>
        </p:txBody>
      </p:sp>
      <p:sp>
        <p:nvSpPr>
          <p:cNvPr id="8" name="Shape 6"/>
          <p:cNvSpPr/>
          <p:nvPr/>
        </p:nvSpPr>
        <p:spPr>
          <a:xfrm>
            <a:off x="548640" y="2468880"/>
            <a:ext cx="502920" cy="502920"/>
          </a:xfrm>
          <a:prstGeom prst="ellipse">
            <a:avLst/>
          </a:prstGeom>
          <a:solidFill>
            <a:srgbClr val="0B0B0B"/>
          </a:solidFill>
          <a:ln w="12700">
            <a:solidFill>
              <a:srgbClr val="0B0B0B"/>
            </a:solidFill>
            <a:prstDash val="solid"/>
          </a:ln>
        </p:spPr>
        <p:txBody>
          <a:bodyPr/>
          <a:lstStyle/>
          <a:p>
            <a:endParaRPr lang="en-US"/>
          </a:p>
        </p:txBody>
      </p:sp>
      <p:sp>
        <p:nvSpPr>
          <p:cNvPr id="9" name="Text 7"/>
          <p:cNvSpPr txBox="1"/>
          <p:nvPr/>
        </p:nvSpPr>
        <p:spPr>
          <a:xfrm>
            <a:off x="548640" y="2468880"/>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80160" y="2359152"/>
            <a:ext cx="3840480" cy="77724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Events beat the calendar</a:t>
            </a:r>
            <a:endParaRPr lang="en-US" sz="1700" dirty="0"/>
          </a:p>
        </p:txBody>
      </p:sp>
      <p:sp>
        <p:nvSpPr>
          <p:cNvPr id="11" name="Text 9"/>
          <p:cNvSpPr txBox="1"/>
          <p:nvPr/>
        </p:nvSpPr>
        <p:spPr>
          <a:xfrm>
            <a:off x="5212080" y="2359152"/>
            <a:ext cx="6400800" cy="86868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No ramp into elections in eight cycles. Shutdowns, Jan 6 and presidential actions make the spikes. The month before an election is the calm one.</a:t>
            </a:r>
            <a:endParaRPr lang="en-US" sz="1250" dirty="0"/>
          </a:p>
        </p:txBody>
      </p:sp>
      <p:sp>
        <p:nvSpPr>
          <p:cNvPr id="12" name="Shape 10"/>
          <p:cNvSpPr/>
          <p:nvPr/>
        </p:nvSpPr>
        <p:spPr>
          <a:xfrm>
            <a:off x="548640" y="3456432"/>
            <a:ext cx="502920" cy="502920"/>
          </a:xfrm>
          <a:prstGeom prst="ellipse">
            <a:avLst/>
          </a:prstGeom>
          <a:solidFill>
            <a:srgbClr val="0B0B0B"/>
          </a:solidFill>
          <a:ln w="12700">
            <a:solidFill>
              <a:srgbClr val="0B0B0B"/>
            </a:solidFill>
            <a:prstDash val="solid"/>
          </a:ln>
        </p:spPr>
        <p:txBody>
          <a:bodyPr/>
          <a:lstStyle/>
          <a:p>
            <a:endParaRPr lang="en-US"/>
          </a:p>
        </p:txBody>
      </p:sp>
      <p:sp>
        <p:nvSpPr>
          <p:cNvPr id="13" name="Text 11"/>
          <p:cNvSpPr txBox="1"/>
          <p:nvPr/>
        </p:nvSpPr>
        <p:spPr>
          <a:xfrm>
            <a:off x="548640" y="3456432"/>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80160" y="3346704"/>
            <a:ext cx="3840480" cy="77724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Volume predicts anger</a:t>
            </a:r>
            <a:endParaRPr lang="en-US" sz="1700" dirty="0"/>
          </a:p>
        </p:txBody>
      </p:sp>
      <p:sp>
        <p:nvSpPr>
          <p:cNvPr id="15" name="Text 13"/>
          <p:cNvSpPr txBox="1"/>
          <p:nvPr/>
        </p:nvSpPr>
        <p:spPr>
          <a:xfrm>
            <a:off x="5212080" y="3346704"/>
            <a:ext cx="6400800" cy="86868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The prolific are angry, because anger is the high-volume genre. The one exception, Cory Booker, is the kind of thing a reader remembers.</a:t>
            </a:r>
            <a:endParaRPr lang="en-US" sz="1250" dirty="0"/>
          </a:p>
        </p:txBody>
      </p:sp>
      <p:sp>
        <p:nvSpPr>
          <p:cNvPr id="16" name="Shape 14"/>
          <p:cNvSpPr/>
          <p:nvPr/>
        </p:nvSpPr>
        <p:spPr>
          <a:xfrm>
            <a:off x="548640" y="4443984"/>
            <a:ext cx="502920" cy="502920"/>
          </a:xfrm>
          <a:prstGeom prst="ellipse">
            <a:avLst/>
          </a:prstGeom>
          <a:solidFill>
            <a:srgbClr val="0B0B0B"/>
          </a:solidFill>
          <a:ln w="12700">
            <a:solidFill>
              <a:srgbClr val="0B0B0B"/>
            </a:solidFill>
            <a:prstDash val="solid"/>
          </a:ln>
        </p:spPr>
        <p:txBody>
          <a:bodyPr/>
          <a:lstStyle/>
          <a:p>
            <a:endParaRPr lang="en-US"/>
          </a:p>
        </p:txBody>
      </p:sp>
      <p:sp>
        <p:nvSpPr>
          <p:cNvPr id="17" name="Text 15"/>
          <p:cNvSpPr txBox="1"/>
          <p:nvPr/>
        </p:nvSpPr>
        <p:spPr>
          <a:xfrm>
            <a:off x="548640" y="4443984"/>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280160" y="4334256"/>
            <a:ext cx="3840480" cy="77724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The medium is the mood</a:t>
            </a:r>
            <a:endParaRPr lang="en-US" sz="1700" dirty="0"/>
          </a:p>
        </p:txBody>
      </p:sp>
      <p:sp>
        <p:nvSpPr>
          <p:cNvPr id="19" name="Text 17"/>
          <p:cNvSpPr txBox="1"/>
          <p:nvPr/>
        </p:nvSpPr>
        <p:spPr>
          <a:xfrm>
            <a:off x="5212080" y="4334256"/>
            <a:ext cx="6400800" cy="86868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Retweets across the aisle are the calmest tweets we have. Call-outs across the aisle are the angriest, and they go straight to party leaders.</a:t>
            </a:r>
            <a:endParaRPr lang="en-US" sz="1250" dirty="0"/>
          </a:p>
        </p:txBody>
      </p:sp>
      <p:sp>
        <p:nvSpPr>
          <p:cNvPr id="20" name="Shape 18"/>
          <p:cNvSpPr/>
          <p:nvPr/>
        </p:nvSpPr>
        <p:spPr>
          <a:xfrm>
            <a:off x="548640" y="5431536"/>
            <a:ext cx="502920" cy="502920"/>
          </a:xfrm>
          <a:prstGeom prst="ellipse">
            <a:avLst/>
          </a:prstGeom>
          <a:solidFill>
            <a:srgbClr val="E34948"/>
          </a:solidFill>
          <a:ln w="12700">
            <a:solidFill>
              <a:srgbClr val="E34948"/>
            </a:solidFill>
            <a:prstDash val="solid"/>
          </a:ln>
        </p:spPr>
        <p:txBody>
          <a:bodyPr/>
          <a:lstStyle/>
          <a:p>
            <a:endParaRPr lang="en-US"/>
          </a:p>
        </p:txBody>
      </p:sp>
      <p:sp>
        <p:nvSpPr>
          <p:cNvPr id="21" name="Text 19"/>
          <p:cNvSpPr txBox="1"/>
          <p:nvPr/>
        </p:nvSpPr>
        <p:spPr>
          <a:xfrm>
            <a:off x="548640" y="5431536"/>
            <a:ext cx="502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1280160" y="5321808"/>
            <a:ext cx="3840480" cy="777240"/>
          </a:xfrm>
          <a:prstGeom prst="rect">
            <a:avLst/>
          </a:prstGeom>
          <a:noFill/>
          <a:ln/>
        </p:spPr>
        <p:txBody>
          <a:bodyPr wrap="square" lIns="0" tIns="0" rIns="0" bIns="0" rtlCol="0" anchor="ctr"/>
          <a:lstStyle/>
          <a:p>
            <a:pPr marL="0" indent="0">
              <a:buNone/>
            </a:pPr>
            <a:r>
              <a:rPr lang="en-US" sz="1700" b="1" dirty="0">
                <a:solidFill>
                  <a:srgbClr val="0B0B0B"/>
                </a:solidFill>
                <a:latin typeface="Cambria" pitchFamily="34" charset="0"/>
                <a:ea typeface="Cambria" pitchFamily="34" charset="-122"/>
                <a:cs typeface="Cambria" pitchFamily="34" charset="-120"/>
              </a:rPr>
              <a:t>The floor ratchets</a:t>
            </a:r>
            <a:endParaRPr lang="en-US" sz="1700" dirty="0"/>
          </a:p>
        </p:txBody>
      </p:sp>
      <p:sp>
        <p:nvSpPr>
          <p:cNvPr id="23" name="Text 21"/>
          <p:cNvSpPr txBox="1"/>
          <p:nvPr/>
        </p:nvSpPr>
        <p:spPr>
          <a:xfrm>
            <a:off x="5212080" y="5321808"/>
            <a:ext cx="6400800" cy="868680"/>
          </a:xfrm>
          <a:prstGeom prst="rect">
            <a:avLst/>
          </a:prstGeom>
          <a:noFill/>
          <a:ln/>
        </p:spPr>
        <p:txBody>
          <a:bodyPr wrap="square" lIns="0" tIns="0" rIns="0" bIns="0" rtlCol="0" anchor="ctr"/>
          <a:lstStyle/>
          <a:p>
            <a:pPr marL="0" indent="0">
              <a:buNone/>
            </a:pPr>
            <a:r>
              <a:rPr lang="en-US" sz="1250" dirty="0">
                <a:solidFill>
                  <a:srgbClr val="52514E"/>
                </a:solidFill>
                <a:latin typeface="Calibri" pitchFamily="34" charset="0"/>
                <a:ea typeface="Calibri" pitchFamily="34" charset="-122"/>
                <a:cs typeface="Calibri" pitchFamily="34" charset="-120"/>
              </a:rPr>
              <a:t>Every hand-over of the White House leaves the baseline higher than it found it. The in-party of 2025 is angrier than the out-party of 2017.</a:t>
            </a:r>
            <a:endParaRPr lang="en-US" sz="1250" dirty="0"/>
          </a:p>
        </p:txBody>
      </p:sp>
      <p:sp>
        <p:nvSpPr>
          <p:cNvPr id="24" name="Text 22"/>
          <p:cNvSpPr txBox="1"/>
          <p:nvPr/>
        </p:nvSpPr>
        <p:spPr>
          <a:xfrm>
            <a:off x="548640" y="6446520"/>
            <a:ext cx="11091672" cy="274320"/>
          </a:xfrm>
          <a:prstGeom prst="rect">
            <a:avLst/>
          </a:prstGeom>
          <a:noFill/>
          <a:ln/>
        </p:spPr>
        <p:txBody>
          <a:bodyPr wrap="square" lIns="0" tIns="0" rIns="0" bIns="0" rtlCol="0" anchor="ctr"/>
          <a:lstStyle/>
          <a:p>
            <a:pPr marL="0" indent="0" algn="r">
              <a:buNone/>
            </a:pPr>
            <a:r>
              <a:rPr lang="en-US" sz="900" dirty="0">
                <a:solidFill>
                  <a:srgbClr val="898781"/>
                </a:solidFill>
                <a:latin typeface="Calibri" pitchFamily="34" charset="0"/>
                <a:ea typeface="Calibri" pitchFamily="34" charset="-122"/>
                <a:cs typeface="Calibri" pitchFamily="34" charset="-120"/>
              </a:rPr>
              <a:t>What's making US angry?  ·  HopHacks 2026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6F7B98"/>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ctr"/>
          <a:lstStyle/>
          <a:p>
            <a:pPr marL="0" indent="0">
              <a:buNone/>
            </a:pPr>
            <a:r>
              <a:rPr lang="en-US" sz="1200" kern="0" spc="200" dirty="0">
                <a:solidFill>
                  <a:srgbClr val="DFE3EC"/>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1051560"/>
            <a:ext cx="10972800" cy="10972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Anger in Congress is a jersey.</a:t>
            </a:r>
            <a:endParaRPr lang="en-US" sz="4400" dirty="0"/>
          </a:p>
        </p:txBody>
      </p:sp>
      <p:sp>
        <p:nvSpPr>
          <p:cNvPr id="4" name="Text 2"/>
          <p:cNvSpPr txBox="1"/>
          <p:nvPr/>
        </p:nvSpPr>
        <p:spPr>
          <a:xfrm>
            <a:off x="548640" y="2240280"/>
            <a:ext cx="6766560" cy="1828800"/>
          </a:xfrm>
          <a:prstGeom prst="rect">
            <a:avLst/>
          </a:prstGeom>
          <a:noFill/>
          <a:ln/>
        </p:spPr>
        <p:txBody>
          <a:bodyPr wrap="square" lIns="0" tIns="0" rIns="0" bIns="0" rtlCol="0" anchor="t"/>
          <a:lstStyle/>
          <a:p>
            <a:pPr marL="0" indent="0">
              <a:buNone/>
            </a:pPr>
            <a:r>
              <a:rPr lang="en-US" sz="1600" dirty="0">
                <a:solidFill>
                  <a:srgbClr val="EEF1F7"/>
                </a:solidFill>
                <a:latin typeface="Calibri" pitchFamily="34" charset="0"/>
                <a:ea typeface="Calibri" pitchFamily="34" charset="-122"/>
                <a:cs typeface="Calibri" pitchFamily="34" charset="-120"/>
              </a:rPr>
              <a:t>You put it on when your side loses the White House and take it off when you win. It does not spread evenly. It jumps to the losing party, concentrates on a handful of lightning rods, ratchets the baseline up each cycle, and it is loudest at 2 am, in October, during a shutdown.</a:t>
            </a:r>
            <a:endParaRPr lang="en-US" sz="1600" dirty="0"/>
          </a:p>
        </p:txBody>
      </p:sp>
      <p:grpSp>
        <p:nvGrpSpPr>
          <p:cNvPr id="16" name="Group 15">
            <a:extLst>
              <a:ext uri="{FF2B5EF4-FFF2-40B4-BE49-F238E27FC236}">
                <a16:creationId xmlns:a16="http://schemas.microsoft.com/office/drawing/2014/main" id="{BF7C5AE3-2CF1-D9F0-DCE7-41ABBC00AA51}"/>
              </a:ext>
            </a:extLst>
          </p:cNvPr>
          <p:cNvGrpSpPr/>
          <p:nvPr/>
        </p:nvGrpSpPr>
        <p:grpSpPr>
          <a:xfrm>
            <a:off x="335281" y="4018280"/>
            <a:ext cx="3749040" cy="1097280"/>
            <a:chOff x="7863840" y="2240280"/>
            <a:chExt cx="3749040" cy="1097280"/>
          </a:xfrm>
        </p:grpSpPr>
        <p:sp>
          <p:nvSpPr>
            <p:cNvPr id="6" name="Shape 4"/>
            <p:cNvSpPr/>
            <p:nvPr/>
          </p:nvSpPr>
          <p:spPr>
            <a:xfrm>
              <a:off x="7863840" y="2240280"/>
              <a:ext cx="3749040" cy="1097280"/>
            </a:xfrm>
            <a:prstGeom prst="roundRect">
              <a:avLst>
                <a:gd name="adj" fmla="val 6667"/>
              </a:avLst>
            </a:prstGeom>
            <a:solidFill>
              <a:srgbClr val="5C6885"/>
            </a:solidFill>
            <a:ln w="12700">
              <a:solidFill>
                <a:srgbClr val="5C6885"/>
              </a:solidFill>
              <a:prstDash val="solid"/>
            </a:ln>
          </p:spPr>
          <p:txBody>
            <a:bodyPr/>
            <a:lstStyle/>
            <a:p>
              <a:endParaRPr lang="en-US"/>
            </a:p>
          </p:txBody>
        </p:sp>
        <p:sp>
          <p:nvSpPr>
            <p:cNvPr id="7" name="Text 5"/>
            <p:cNvSpPr txBox="1"/>
            <p:nvPr/>
          </p:nvSpPr>
          <p:spPr>
            <a:xfrm>
              <a:off x="8046720" y="2331720"/>
              <a:ext cx="338328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Web story</a:t>
              </a:r>
              <a:endParaRPr lang="en-US" sz="1500" dirty="0"/>
            </a:p>
          </p:txBody>
        </p:sp>
        <p:sp>
          <p:nvSpPr>
            <p:cNvPr id="8" name="Text 6"/>
            <p:cNvSpPr txBox="1"/>
            <p:nvPr/>
          </p:nvSpPr>
          <p:spPr>
            <a:xfrm>
              <a:off x="8046720" y="2697480"/>
              <a:ext cx="3383280" cy="594360"/>
            </a:xfrm>
            <a:prstGeom prst="rect">
              <a:avLst/>
            </a:prstGeom>
            <a:noFill/>
            <a:ln/>
          </p:spPr>
          <p:txBody>
            <a:bodyPr wrap="square" lIns="0" tIns="0" rIns="0" bIns="0" rtlCol="0" anchor="t"/>
            <a:lstStyle/>
            <a:p>
              <a:pPr marL="0" indent="0">
                <a:buNone/>
              </a:pPr>
              <a:r>
                <a:rPr lang="en-US" sz="1050" dirty="0">
                  <a:solidFill>
                    <a:srgbClr val="EEF1F7"/>
                  </a:solidFill>
                  <a:latin typeface="Calibri" pitchFamily="34" charset="0"/>
                  <a:ea typeface="Calibri" pitchFamily="34" charset="-122"/>
                  <a:cs typeface="Calibri" pitchFamily="34" charset="-120"/>
                </a:rPr>
                <a:t>six chapters, two animated interludes: a day on the Hill, and the parties' emotional distance as Gone with the Wind</a:t>
              </a:r>
              <a:endParaRPr lang="en-US" sz="1050" dirty="0"/>
            </a:p>
          </p:txBody>
        </p:sp>
      </p:grpSp>
      <p:grpSp>
        <p:nvGrpSpPr>
          <p:cNvPr id="17" name="Group 16">
            <a:extLst>
              <a:ext uri="{FF2B5EF4-FFF2-40B4-BE49-F238E27FC236}">
                <a16:creationId xmlns:a16="http://schemas.microsoft.com/office/drawing/2014/main" id="{57736266-7892-6B85-3845-00BE3892B5BF}"/>
              </a:ext>
            </a:extLst>
          </p:cNvPr>
          <p:cNvGrpSpPr/>
          <p:nvPr/>
        </p:nvGrpSpPr>
        <p:grpSpPr>
          <a:xfrm>
            <a:off x="4185921" y="4018280"/>
            <a:ext cx="3749040" cy="1097280"/>
            <a:chOff x="7863840" y="3474720"/>
            <a:chExt cx="3749040" cy="1097280"/>
          </a:xfrm>
        </p:grpSpPr>
        <p:sp>
          <p:nvSpPr>
            <p:cNvPr id="9" name="Shape 7"/>
            <p:cNvSpPr/>
            <p:nvPr/>
          </p:nvSpPr>
          <p:spPr>
            <a:xfrm>
              <a:off x="7863840" y="3474720"/>
              <a:ext cx="3749040" cy="1097280"/>
            </a:xfrm>
            <a:prstGeom prst="roundRect">
              <a:avLst>
                <a:gd name="adj" fmla="val 6667"/>
              </a:avLst>
            </a:prstGeom>
            <a:solidFill>
              <a:srgbClr val="5C6885"/>
            </a:solidFill>
            <a:ln w="12700">
              <a:solidFill>
                <a:srgbClr val="5C6885"/>
              </a:solidFill>
              <a:prstDash val="solid"/>
            </a:ln>
          </p:spPr>
          <p:txBody>
            <a:bodyPr/>
            <a:lstStyle/>
            <a:p>
              <a:endParaRPr lang="en-US"/>
            </a:p>
          </p:txBody>
        </p:sp>
        <p:sp>
          <p:nvSpPr>
            <p:cNvPr id="10" name="Text 8"/>
            <p:cNvSpPr txBox="1"/>
            <p:nvPr/>
          </p:nvSpPr>
          <p:spPr>
            <a:xfrm>
              <a:off x="8046720" y="3566160"/>
              <a:ext cx="338328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marimo notebook</a:t>
              </a:r>
              <a:endParaRPr lang="en-US" sz="1500" dirty="0"/>
            </a:p>
          </p:txBody>
        </p:sp>
        <p:sp>
          <p:nvSpPr>
            <p:cNvPr id="11" name="Text 9"/>
            <p:cNvSpPr txBox="1"/>
            <p:nvPr/>
          </p:nvSpPr>
          <p:spPr>
            <a:xfrm>
              <a:off x="8046720" y="3931920"/>
              <a:ext cx="3383280" cy="594360"/>
            </a:xfrm>
            <a:prstGeom prst="rect">
              <a:avLst/>
            </a:prstGeom>
            <a:noFill/>
            <a:ln/>
          </p:spPr>
          <p:txBody>
            <a:bodyPr wrap="square" lIns="0" tIns="0" rIns="0" bIns="0" rtlCol="0" anchor="t"/>
            <a:lstStyle/>
            <a:p>
              <a:pPr marL="0" indent="0">
                <a:buNone/>
              </a:pPr>
              <a:r>
                <a:rPr lang="en-US" sz="1050" dirty="0">
                  <a:solidFill>
                    <a:srgbClr val="EEF1F7"/>
                  </a:solidFill>
                  <a:latin typeface="Calibri" pitchFamily="34" charset="0"/>
                  <a:ea typeface="Calibri" pitchFamily="34" charset="-122"/>
                  <a:cs typeface="Calibri" pitchFamily="34" charset="-120"/>
                </a:rPr>
                <a:t>every chart interactive, the forecast as a function, a custom anywidget, on molab</a:t>
              </a:r>
              <a:endParaRPr lang="en-US" sz="1050" dirty="0"/>
            </a:p>
          </p:txBody>
        </p:sp>
      </p:grpSp>
      <p:grpSp>
        <p:nvGrpSpPr>
          <p:cNvPr id="18" name="Group 17">
            <a:extLst>
              <a:ext uri="{FF2B5EF4-FFF2-40B4-BE49-F238E27FC236}">
                <a16:creationId xmlns:a16="http://schemas.microsoft.com/office/drawing/2014/main" id="{9AA5B181-099F-68AA-E076-79FC1524F179}"/>
              </a:ext>
            </a:extLst>
          </p:cNvPr>
          <p:cNvGrpSpPr/>
          <p:nvPr/>
        </p:nvGrpSpPr>
        <p:grpSpPr>
          <a:xfrm>
            <a:off x="8036561" y="4023360"/>
            <a:ext cx="3749040" cy="1097280"/>
            <a:chOff x="7863840" y="4709160"/>
            <a:chExt cx="3749040" cy="1097280"/>
          </a:xfrm>
        </p:grpSpPr>
        <p:sp>
          <p:nvSpPr>
            <p:cNvPr id="12" name="Shape 10"/>
            <p:cNvSpPr/>
            <p:nvPr/>
          </p:nvSpPr>
          <p:spPr>
            <a:xfrm>
              <a:off x="7863840" y="4709160"/>
              <a:ext cx="3749040" cy="1097280"/>
            </a:xfrm>
            <a:prstGeom prst="roundRect">
              <a:avLst>
                <a:gd name="adj" fmla="val 6667"/>
              </a:avLst>
            </a:prstGeom>
            <a:solidFill>
              <a:srgbClr val="5C6885"/>
            </a:solidFill>
            <a:ln w="12700">
              <a:solidFill>
                <a:srgbClr val="5C6885"/>
              </a:solidFill>
              <a:prstDash val="solid"/>
            </a:ln>
          </p:spPr>
          <p:txBody>
            <a:bodyPr/>
            <a:lstStyle/>
            <a:p>
              <a:endParaRPr lang="en-US"/>
            </a:p>
          </p:txBody>
        </p:sp>
        <p:sp>
          <p:nvSpPr>
            <p:cNvPr id="13" name="Text 11"/>
            <p:cNvSpPr txBox="1"/>
            <p:nvPr/>
          </p:nvSpPr>
          <p:spPr>
            <a:xfrm>
              <a:off x="8046720" y="4800600"/>
              <a:ext cx="338328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Pipeline</a:t>
              </a:r>
              <a:endParaRPr lang="en-US" sz="1500" dirty="0"/>
            </a:p>
          </p:txBody>
        </p:sp>
        <p:sp>
          <p:nvSpPr>
            <p:cNvPr id="14" name="Text 12"/>
            <p:cNvSpPr txBox="1"/>
            <p:nvPr/>
          </p:nvSpPr>
          <p:spPr>
            <a:xfrm>
              <a:off x="8046720" y="5166360"/>
              <a:ext cx="3383280" cy="594360"/>
            </a:xfrm>
            <a:prstGeom prst="rect">
              <a:avLst/>
            </a:prstGeom>
            <a:noFill/>
            <a:ln/>
          </p:spPr>
          <p:txBody>
            <a:bodyPr wrap="square" lIns="0" tIns="0" rIns="0" bIns="0" rtlCol="0" anchor="t"/>
            <a:lstStyle/>
            <a:p>
              <a:pPr marL="0" indent="0">
                <a:buNone/>
              </a:pPr>
              <a:r>
                <a:rPr lang="en-US" sz="1050" dirty="0">
                  <a:solidFill>
                    <a:srgbClr val="EEF1F7"/>
                  </a:solidFill>
                  <a:latin typeface="Calibri" pitchFamily="34" charset="0"/>
                  <a:ea typeface="Calibri" pitchFamily="34" charset="-122"/>
                  <a:cs typeface="Calibri" pitchFamily="34" charset="-120"/>
                </a:rPr>
                <a:t>reproducible from the raw parquet: match, enrich, label on GPU, analyze, export</a:t>
              </a:r>
              <a:endParaRPr lang="en-US" sz="1050" dirty="0"/>
            </a:p>
          </p:txBody>
        </p:sp>
      </p:grpSp>
      <p:sp>
        <p:nvSpPr>
          <p:cNvPr id="15" name="Text 13"/>
          <p:cNvSpPr txBox="1"/>
          <p:nvPr/>
        </p:nvSpPr>
        <p:spPr>
          <a:xfrm>
            <a:off x="548640" y="6263640"/>
            <a:ext cx="7315200" cy="320040"/>
          </a:xfrm>
          <a:prstGeom prst="rect">
            <a:avLst/>
          </a:prstGeom>
          <a:noFill/>
          <a:ln/>
        </p:spPr>
        <p:txBody>
          <a:bodyPr wrap="square" lIns="0" tIns="0" rIns="0" bIns="0" rtlCol="0" anchor="ctr"/>
          <a:lstStyle/>
          <a:p>
            <a:pPr marL="0" indent="0">
              <a:buNone/>
            </a:pPr>
            <a:r>
              <a:rPr lang="en-US" sz="1100" dirty="0">
                <a:solidFill>
                  <a:srgbClr val="CFD5E3"/>
                </a:solidFill>
                <a:latin typeface="Courier New" pitchFamily="34" charset="0"/>
                <a:ea typeface="Courier New" pitchFamily="34" charset="-122"/>
                <a:cs typeface="Courier New" pitchFamily="34" charset="-120"/>
              </a:rPr>
              <a:t>github.com/biniyam112/hophacks-congress-anger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2020</Words>
  <Application>Microsoft Office PowerPoint</Application>
  <PresentationFormat>Widescreen</PresentationFormat>
  <Paragraphs>217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making US angry?</dc:title>
  <dc:subject>PptxGenJS Presentation</dc:subject>
  <dc:creator>PptxGenJS</dc:creator>
  <cp:lastModifiedBy>Biniyam Demissew</cp:lastModifiedBy>
  <cp:revision>2</cp:revision>
  <dcterms:created xsi:type="dcterms:W3CDTF">2026-09-20T05:34:56Z</dcterms:created>
  <dcterms:modified xsi:type="dcterms:W3CDTF">2026-09-20T05:57:48Z</dcterms:modified>
</cp:coreProperties>
</file>