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Cambria"/>
              </a:defRPr>
            </a:pPr>
            <a:r>
              <a:rPr sz="1300" b="0" i="0" u="none" strike="noStrike">
                <a:solidFill>
                  <a:srgbClr val="FFFFFF"/>
                </a:solidFill>
                <a:latin typeface="Cambria"/>
              </a:rPr>
              <a:t>Whoever is out of power is angry</a:t>
            </a:r>
          </a:p>
        </c:rich>
      </c:tx>
      <c:layout/>
      <c:overlay val="0"/>
    </c:title>
    <c:autoTitleDeleted val="0"/>
    <c:plotArea>
      <c:layout/>
      <c:lineChart>
        <c:varyColors val="0"/>
        <c:ser>
          <c:idx val="0"/>
          <c:order val="0"/>
          <c:tx>
            <c:strRef>
              <c:f>Sheet1!$B$1</c:f>
              <c:strCache>
                <c:ptCount val="1"/>
                <c:pt idx="0">
                  <c:v>Democrats</c:v>
                </c:pt>
              </c:strCache>
            </c:strRef>
          </c:tx>
          <c:spPr>
            <a:solidFill>
              <a:srgbClr val="8FC0FF"/>
            </a:solidFill>
            <a:ln w="38100" cap="flat">
              <a:solidFill>
                <a:srgbClr val="8FC0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FC0FF"/>
              </a:solidFill>
              <a:ln w="9525" cap="flat">
                <a:solidFill>
                  <a:srgbClr val="8FC0FF"/>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0.2068</c:v>
                </c:pt>
                <c:pt idx="1">
                  <c:v>0.1734</c:v>
                </c:pt>
                <c:pt idx="2">
                  <c:v>0.1783</c:v>
                </c:pt>
                <c:pt idx="3">
                  <c:v>0.1449</c:v>
                </c:pt>
                <c:pt idx="4">
                  <c:v>0.1613</c:v>
                </c:pt>
                <c:pt idx="5">
                  <c:v>0.1988</c:v>
                </c:pt>
                <c:pt idx="6">
                  <c:v>0.3763</c:v>
                </c:pt>
                <c:pt idx="7">
                  <c:v>0.3754</c:v>
                </c:pt>
                <c:pt idx="8">
                  <c:v>0.3311</c:v>
                </c:pt>
                <c:pt idx="9">
                  <c:v>0.2963</c:v>
                </c:pt>
                <c:pt idx="10">
                  <c:v>0.2211</c:v>
                </c:pt>
                <c:pt idx="11">
                  <c:v>0.2487</c:v>
                </c:pt>
                <c:pt idx="12">
                  <c:v>0.2855</c:v>
                </c:pt>
                <c:pt idx="13">
                  <c:v>0.2498</c:v>
                </c:pt>
                <c:pt idx="14">
                  <c:v>0.5112</c:v>
                </c:pt>
                <c:pt idx="15">
                  <c:v>0.4762</c:v>
                </c:pt>
              </c:numCache>
            </c:numRef>
          </c:val>
          <c:smooth val="0"/>
        </c:ser>
        <c:ser>
          <c:idx val="1"/>
          <c:order val="1"/>
          <c:tx>
            <c:strRef>
              <c:f>Sheet1!$C$1</c:f>
              <c:strCache>
                <c:ptCount val="1"/>
                <c:pt idx="0">
                  <c:v>Republicans</c:v>
                </c:pt>
              </c:strCache>
            </c:strRef>
          </c:tx>
          <c:spPr>
            <a:solidFill>
              <a:srgbClr val="FF8A86"/>
            </a:solidFill>
            <a:ln w="38100" cap="flat">
              <a:solidFill>
                <a:srgbClr val="FF8A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86"/>
              </a:solidFill>
              <a:ln w="9525" cap="flat">
                <a:solidFill>
                  <a:srgbClr val="FF8A86"/>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0.193</c:v>
                </c:pt>
                <c:pt idx="1">
                  <c:v>0.2078</c:v>
                </c:pt>
                <c:pt idx="2">
                  <c:v>0.2313</c:v>
                </c:pt>
                <c:pt idx="3">
                  <c:v>0.1936</c:v>
                </c:pt>
                <c:pt idx="4">
                  <c:v>0.1708</c:v>
                </c:pt>
                <c:pt idx="5">
                  <c:v>0.1575</c:v>
                </c:pt>
                <c:pt idx="6">
                  <c:v>0.1362</c:v>
                </c:pt>
                <c:pt idx="7">
                  <c:v>0.1478</c:v>
                </c:pt>
                <c:pt idx="8">
                  <c:v>0.2587</c:v>
                </c:pt>
                <c:pt idx="9">
                  <c:v>0.2667</c:v>
                </c:pt>
                <c:pt idx="10">
                  <c:v>0.4091</c:v>
                </c:pt>
                <c:pt idx="11">
                  <c:v>0.4323</c:v>
                </c:pt>
                <c:pt idx="12">
                  <c:v>0.4088</c:v>
                </c:pt>
                <c:pt idx="13">
                  <c:v>0.4117</c:v>
                </c:pt>
                <c:pt idx="14">
                  <c:v>0.3649</c:v>
                </c:pt>
                <c:pt idx="15">
                  <c:v>0.3262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DFE3EC"/>
                </a:solidFill>
                <a:latin typeface="Calibri"/>
              </a:defRPr>
            </a:pPr>
            <a:endParaRPr lang="en-US"/>
          </a:p>
        </c:txPr>
        <c:crossAx val="2094734552"/>
        <c:crosses val="autoZero"/>
        <c:auto val="1"/>
        <c:lblAlgn val="ctr"/>
        <c:noMultiLvlLbl val="1"/>
      </c:catAx>
      <c:valAx>
        <c:axId val="2094734552"/>
        <c:scaling>
          <c:orientation val="minMax"/>
          <c:max val="0.55"/>
          <c:min val="0.1"/>
        </c:scaling>
        <c:delete val="0"/>
        <c:axPos val="l"/>
        <c:majorGridlines>
          <c:spPr>
            <a:ln w="6350" cap="flat">
              <a:solidFill>
                <a:srgbClr val="8C97B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DFE3EC"/>
                </a:solidFill>
                <a:latin typeface="Calibri"/>
              </a:defRPr>
            </a:pPr>
            <a:endParaRPr lang="en-US"/>
          </a:p>
        </c:txPr>
        <c:crossAx val="2094734554"/>
        <c:crosses val="autoZero"/>
        <c:crossBetween val="between"/>
        <c:majorUnit val="0.1"/>
      </c:valAx>
      <c:spPr>
        <a:noFill/>
        <a:ln>
          <a:noFill/>
        </a:ln>
        <a:effectLst/>
      </c:spPr>
    </c:plotArea>
    <c:legend>
      <c:legendPos val="t"/>
      <c:overlay val="0"/>
      <c:txPr>
        <a:bodyPr/>
        <a:lstStyle/>
        <a:p>
          <a:pPr>
            <a:defRPr sz="1000">
              <a:solidFill>
                <a:srgbClr val="FFFF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2514E"/>
                </a:solidFill>
                <a:latin typeface="Calibri"/>
              </a:defRPr>
            </a:pPr>
            <a:r>
              <a:rPr sz="1200" b="0" i="0" u="none" strike="noStrike">
                <a:solidFill>
                  <a:srgbClr val="52514E"/>
                </a:solidFill>
                <a:latin typeface="Calibri"/>
              </a:rPr>
              <a:t>Mean anger score per tweet, by year</a:t>
            </a:r>
          </a:p>
        </c:rich>
      </c:tx>
      <c:layout/>
      <c:overlay val="0"/>
    </c:title>
    <c:autoTitleDeleted val="0"/>
    <c:plotArea>
      <c:layout/>
      <c:lineChart>
        <c:varyColors val="0"/>
        <c:ser>
          <c:idx val="0"/>
          <c:order val="0"/>
          <c:tx>
            <c:strRef>
              <c:f>Sheet1!$B$1</c:f>
              <c:strCache>
                <c:ptCount val="1"/>
                <c:pt idx="0">
                  <c:v>Democrats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0.2068</c:v>
                </c:pt>
                <c:pt idx="1">
                  <c:v>0.1734</c:v>
                </c:pt>
                <c:pt idx="2">
                  <c:v>0.1783</c:v>
                </c:pt>
                <c:pt idx="3">
                  <c:v>0.1449</c:v>
                </c:pt>
                <c:pt idx="4">
                  <c:v>0.1613</c:v>
                </c:pt>
                <c:pt idx="5">
                  <c:v>0.1988</c:v>
                </c:pt>
                <c:pt idx="6">
                  <c:v>0.3763</c:v>
                </c:pt>
                <c:pt idx="7">
                  <c:v>0.3754</c:v>
                </c:pt>
                <c:pt idx="8">
                  <c:v>0.3311</c:v>
                </c:pt>
                <c:pt idx="9">
                  <c:v>0.2963</c:v>
                </c:pt>
                <c:pt idx="10">
                  <c:v>0.2211</c:v>
                </c:pt>
                <c:pt idx="11">
                  <c:v>0.2487</c:v>
                </c:pt>
                <c:pt idx="12">
                  <c:v>0.2855</c:v>
                </c:pt>
                <c:pt idx="13">
                  <c:v>0.2498</c:v>
                </c:pt>
                <c:pt idx="14">
                  <c:v>0.5112</c:v>
                </c:pt>
                <c:pt idx="15">
                  <c:v>0.4762</c:v>
                </c:pt>
              </c:numCache>
            </c:numRef>
          </c:val>
          <c:smooth val="0"/>
        </c:ser>
        <c:ser>
          <c:idx val="1"/>
          <c:order val="1"/>
          <c:tx>
            <c:strRef>
              <c:f>Sheet1!$C$1</c:f>
              <c:strCache>
                <c:ptCount val="1"/>
                <c:pt idx="0">
                  <c:v>Republicans</c:v>
                </c:pt>
              </c:strCache>
            </c:strRef>
          </c:tx>
          <c:spPr>
            <a:solidFill>
              <a:srgbClr val="E34948"/>
            </a:solidFill>
            <a:ln w="31750" cap="flat">
              <a:solidFill>
                <a:srgbClr val="E349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34948"/>
              </a:solidFill>
              <a:ln w="9525" cap="flat">
                <a:solidFill>
                  <a:srgbClr val="E34948"/>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0.193</c:v>
                </c:pt>
                <c:pt idx="1">
                  <c:v>0.2078</c:v>
                </c:pt>
                <c:pt idx="2">
                  <c:v>0.2313</c:v>
                </c:pt>
                <c:pt idx="3">
                  <c:v>0.1936</c:v>
                </c:pt>
                <c:pt idx="4">
                  <c:v>0.1708</c:v>
                </c:pt>
                <c:pt idx="5">
                  <c:v>0.1575</c:v>
                </c:pt>
                <c:pt idx="6">
                  <c:v>0.1362</c:v>
                </c:pt>
                <c:pt idx="7">
                  <c:v>0.1478</c:v>
                </c:pt>
                <c:pt idx="8">
                  <c:v>0.2587</c:v>
                </c:pt>
                <c:pt idx="9">
                  <c:v>0.2667</c:v>
                </c:pt>
                <c:pt idx="10">
                  <c:v>0.4091</c:v>
                </c:pt>
                <c:pt idx="11">
                  <c:v>0.4323</c:v>
                </c:pt>
                <c:pt idx="12">
                  <c:v>0.4088</c:v>
                </c:pt>
                <c:pt idx="13">
                  <c:v>0.4117</c:v>
                </c:pt>
                <c:pt idx="14">
                  <c:v>0.3649</c:v>
                </c:pt>
                <c:pt idx="15">
                  <c:v>0.3262</c:v>
                </c:pt>
              </c:numCache>
            </c:numRef>
          </c:val>
          <c:smooth val="0"/>
        </c:ser>
        <c:ser>
          <c:idx val="2"/>
          <c:order val="2"/>
          <c:tx>
            <c:strRef>
              <c:f>Sheet1!$D$1</c:f>
              <c:strCache>
                <c:ptCount val="1"/>
                <c:pt idx="0">
                  <c:v>All members</c:v>
                </c:pt>
              </c:strCache>
            </c:strRef>
          </c:tx>
          <c:spPr>
            <a:solidFill>
              <a:srgbClr val="898781"/>
            </a:solidFill>
            <a:ln w="31750" cap="flat">
              <a:solidFill>
                <a:srgbClr val="89878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98781"/>
              </a:solidFill>
              <a:ln w="9525" cap="flat">
                <a:solidFill>
                  <a:srgbClr val="898781"/>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Sheet1!$D$2:$D$17</c:f>
              <c:numCache>
                <c:formatCode>General</c:formatCode>
                <c:ptCount val="16"/>
                <c:pt idx="0">
                  <c:v>0.1994</c:v>
                </c:pt>
                <c:pt idx="1">
                  <c:v>0.1948</c:v>
                </c:pt>
                <c:pt idx="2">
                  <c:v>0.207</c:v>
                </c:pt>
                <c:pt idx="3">
                  <c:v>0.1668</c:v>
                </c:pt>
                <c:pt idx="4">
                  <c:v>0.168</c:v>
                </c:pt>
                <c:pt idx="5">
                  <c:v>0.1842</c:v>
                </c:pt>
                <c:pt idx="6">
                  <c:v>0.2888</c:v>
                </c:pt>
                <c:pt idx="7">
                  <c:v>0.2873</c:v>
                </c:pt>
                <c:pt idx="8">
                  <c:v>0.3095</c:v>
                </c:pt>
                <c:pt idx="9">
                  <c:v>0.288</c:v>
                </c:pt>
                <c:pt idx="10">
                  <c:v>0.3012</c:v>
                </c:pt>
                <c:pt idx="11">
                  <c:v>0.3289</c:v>
                </c:pt>
                <c:pt idx="12">
                  <c:v>0.348</c:v>
                </c:pt>
                <c:pt idx="13">
                  <c:v>0.3332</c:v>
                </c:pt>
                <c:pt idx="14">
                  <c:v>0.4365</c:v>
                </c:pt>
                <c:pt idx="15">
                  <c:v>0.3936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ax val="0.55"/>
          <c:min val="0.1"/>
        </c:scaling>
        <c:delete val="0"/>
        <c:axPos val="l"/>
        <c:majorGridlines>
          <c:spPr>
            <a:ln w="6350"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0.1"/>
      </c:valAx>
      <c:spPr>
        <a:noFill/>
        <a:ln>
          <a:noFill/>
        </a:ln>
        <a:effectLst/>
      </c:spPr>
    </c:plotArea>
    <c:legend>
      <c:legendPos val="t"/>
      <c:overlay val="0"/>
      <c:txPr>
        <a:bodyPr/>
        <a:lstStyle/>
        <a:p>
          <a:pPr>
            <a:defRPr sz="10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2514E"/>
                </a:solidFill>
                <a:latin typeface="Calibri"/>
              </a:defRPr>
            </a:pPr>
            <a:r>
              <a:rPr sz="1200" b="0" i="0" u="none" strike="noStrike">
                <a:solidFill>
                  <a:srgbClr val="52514E"/>
                </a:solidFill>
                <a:latin typeface="Calibri"/>
              </a:rPr>
              <a:t>Mean anger by party and who holds the White House</a:t>
            </a:r>
          </a:p>
        </c:rich>
      </c:tx>
      <c:layout/>
      <c:overlay val="0"/>
    </c:title>
    <c:autoTitleDeleted val="0"/>
    <c:plotArea>
      <c:layout/>
      <c:barChart>
        <c:barDir val="col"/>
        <c:grouping val="clustered"/>
        <c:varyColors val="0"/>
        <c:ser>
          <c:idx val="0"/>
          <c:order val="0"/>
          <c:tx>
            <c:strRef>
              <c:f>Sheet1!$B$1</c:f>
              <c:strCache>
                <c:ptCount val="1"/>
                <c:pt idx="0">
                  <c:v>Democrats</c:v>
                </c:pt>
              </c:strCache>
            </c:strRef>
          </c:tx>
          <c:spPr>
            <a:solidFill>
              <a:srgbClr val="2A78D6"/>
            </a:solidFill>
            <a:effectLst/>
          </c:spPr>
          <c:invertIfNegative val="0"/>
          <c:dLbls>
            <c:numFmt formatCode="0.00" sourceLinked="0"/>
            <c:txPr>
              <a:bodyPr/>
              <a:lstStyle/>
              <a:p>
                <a:pPr>
                  <a:defRPr b="0" i="0" strike="noStrike" sz="1000" u="none">
                    <a:solidFill>
                      <a:srgbClr val="52514E"/>
                    </a:solidFill>
                    <a:latin typeface="Arial"/>
                  </a:defRPr>
                </a:pPr>
              </a:p>
            </c:txPr>
            <c:showLegendKey val="0"/>
            <c:showVal val="1"/>
            <c:showCatName val="0"/>
            <c:showSerName val="0"/>
            <c:showPercent val="0"/>
            <c:showBubbleSize val="0"/>
            <c:showLeaderLines val="0"/>
          </c:dLbls>
          <c:cat>
            <c:multiLvlStrRef>
              <c:f>Sheet1!$A$2:$A$5</c:f>
              <c:multiLvlStrCache>
                <c:ptCount val="4"/>
                <c:lvl>
                  <c:pt idx="0">
                    <c:v>Obama (D)</c:v>
                  </c:pt>
                  <c:pt idx="1">
                    <c:v>Trump (R)</c:v>
                  </c:pt>
                  <c:pt idx="2">
                    <c:v>Biden (D)</c:v>
                  </c:pt>
                  <c:pt idx="3">
                    <c:v>Trump II (R)</c:v>
                  </c:pt>
                </c:lvl>
              </c:multiLvlStrCache>
            </c:multiLvlStrRef>
          </c:cat>
          <c:val>
            <c:numRef>
              <c:f>Sheet1!$B$2:$B$5</c:f>
              <c:numCache>
                <c:formatCode>General</c:formatCode>
                <c:ptCount val="4"/>
                <c:pt idx="0">
                  <c:v>0.176</c:v>
                </c:pt>
                <c:pt idx="1">
                  <c:v>0.335</c:v>
                </c:pt>
                <c:pt idx="2">
                  <c:v>0.2414</c:v>
                </c:pt>
                <c:pt idx="3">
                  <c:v>0.4997</c:v>
                </c:pt>
              </c:numCache>
            </c:numRef>
          </c:val>
        </c:ser>
        <c:ser>
          <c:idx val="1"/>
          <c:order val="1"/>
          <c:tx>
            <c:strRef>
              <c:f>Sheet1!$C$1</c:f>
              <c:strCache>
                <c:ptCount val="1"/>
                <c:pt idx="0">
                  <c:v>Republicans</c:v>
                </c:pt>
              </c:strCache>
            </c:strRef>
          </c:tx>
          <c:spPr>
            <a:solidFill>
              <a:srgbClr val="E34948"/>
            </a:solidFill>
            <a:effectLst/>
          </c:spPr>
          <c:invertIfNegative val="0"/>
          <c:dLbls>
            <c:numFmt formatCode="0.00" sourceLinked="0"/>
            <c:txPr>
              <a:bodyPr/>
              <a:lstStyle/>
              <a:p>
                <a:pPr>
                  <a:defRPr b="0" i="0" strike="noStrike" sz="1000" u="none">
                    <a:solidFill>
                      <a:srgbClr val="52514E"/>
                    </a:solidFill>
                    <a:latin typeface="Arial"/>
                  </a:defRPr>
                </a:pPr>
              </a:p>
            </c:txPr>
            <c:showLegendKey val="0"/>
            <c:showVal val="1"/>
            <c:showCatName val="0"/>
            <c:showSerName val="0"/>
            <c:showPercent val="0"/>
            <c:showBubbleSize val="0"/>
            <c:showLeaderLines val="0"/>
          </c:dLbls>
          <c:cat>
            <c:multiLvlStrRef>
              <c:f>Sheet1!$A$2:$A$5</c:f>
              <c:multiLvlStrCache>
                <c:ptCount val="4"/>
                <c:lvl>
                  <c:pt idx="0">
                    <c:v>Obama (D)</c:v>
                  </c:pt>
                  <c:pt idx="1">
                    <c:v>Trump (R)</c:v>
                  </c:pt>
                  <c:pt idx="2">
                    <c:v>Biden (D)</c:v>
                  </c:pt>
                  <c:pt idx="3">
                    <c:v>Trump II (R)</c:v>
                  </c:pt>
                </c:lvl>
              </c:multiLvlStrCache>
            </c:multiLvlStrRef>
          </c:cat>
          <c:val>
            <c:numRef>
              <c:f>Sheet1!$C$2:$C$5</c:f>
              <c:numCache>
                <c:formatCode>General</c:formatCode>
                <c:ptCount val="4"/>
                <c:pt idx="0">
                  <c:v>0.1886</c:v>
                </c:pt>
                <c:pt idx="1">
                  <c:v>0.2192</c:v>
                </c:pt>
                <c:pt idx="2">
                  <c:v>0.415</c:v>
                </c:pt>
                <c:pt idx="3">
                  <c:v>0.3463</c:v>
                </c:pt>
              </c:numCache>
            </c:numRef>
          </c:val>
        </c:ser>
        <c:dLbls>
          <c:numFmt formatCode="0.00" sourceLinked="0"/>
          <c:txPr>
            <a:bodyPr/>
            <a:lstStyle/>
            <a:p>
              <a:pPr>
                <a:defRPr b="0" i="0" strike="noStrike" sz="1000" u="none">
                  <a:solidFill>
                    <a:srgbClr val="52514E"/>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6350"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0.1"/>
      </c:valAx>
      <c:spPr>
        <a:noFill/>
        <a:ln>
          <a:noFill/>
        </a:ln>
        <a:effectLst/>
      </c:spPr>
    </c:plotArea>
    <c:legend>
      <c:legendPos val="t"/>
      <c:overlay val="0"/>
      <c:txPr>
        <a:bodyPr/>
        <a:lstStyle/>
        <a:p>
          <a:pPr>
            <a:defRPr sz="10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2514E"/>
                </a:solidFill>
                <a:latin typeface="Calibri"/>
              </a:defRPr>
            </a:pPr>
            <a:r>
              <a:rPr sz="1200" b="0" i="0" u="none" strike="noStrike">
                <a:solidFill>
                  <a:srgbClr val="52514E"/>
                </a:solidFill>
                <a:latin typeface="Calibri"/>
              </a:rPr>
              <a:t>Weekly mean anger, 2011 to 2026</a:t>
            </a:r>
          </a:p>
        </c:rich>
      </c:tx>
      <c:layout/>
      <c:overlay val="0"/>
    </c:title>
    <c:autoTitleDeleted val="0"/>
    <c:plotArea>
      <c:layout/>
      <c:lineChart>
        <c:varyColors val="0"/>
        <c:ser>
          <c:idx val="0"/>
          <c:order val="0"/>
          <c:tx>
            <c:strRef>
              <c:f>Sheet1!$B$1</c:f>
              <c:strCache>
                <c:ptCount val="1"/>
                <c:pt idx="0">
                  <c:v>Democrats</c:v>
                </c:pt>
              </c:strCache>
            </c:strRef>
          </c:tx>
          <c:spPr>
            <a:solidFill>
              <a:srgbClr val="2A78D6"/>
            </a:solidFill>
            <a:ln w="127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Sheet1!$A$2:$A$810</c:f>
              <c:multiLvlStrCache>
                <c:ptCount val="809"/>
                <c:lvl>
                  <c:pt idx="0">
                    <c:v>2011</c:v>
                  </c:pt>
                  <c:pt idx="1">
                    <c:v>2011</c:v>
                  </c:pt>
                  <c:pt idx="2">
                    <c:v>2011</c:v>
                  </c:pt>
                  <c:pt idx="3">
                    <c:v>2011</c:v>
                  </c:pt>
                  <c:pt idx="4">
                    <c:v>2011</c:v>
                  </c:pt>
                  <c:pt idx="5">
                    <c:v>2011</c:v>
                  </c:pt>
                  <c:pt idx="6">
                    <c:v>2011</c:v>
                  </c:pt>
                  <c:pt idx="7">
                    <c:v>2011</c:v>
                  </c:pt>
                  <c:pt idx="8">
                    <c:v>2011</c:v>
                  </c:pt>
                  <c:pt idx="9">
                    <c:v>2011</c:v>
                  </c:pt>
                  <c:pt idx="10">
                    <c:v>2011</c:v>
                  </c:pt>
                  <c:pt idx="11">
                    <c:v>2011</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2011</c:v>
                  </c:pt>
                  <c:pt idx="25">
                    <c:v>2011</c:v>
                  </c:pt>
                  <c:pt idx="26">
                    <c:v>2011</c:v>
                  </c:pt>
                  <c:pt idx="27">
                    <c:v>2011</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2011</c:v>
                  </c:pt>
                  <c:pt idx="41">
                    <c:v>2011</c:v>
                  </c:pt>
                  <c:pt idx="42">
                    <c:v>2011</c:v>
                  </c:pt>
                  <c:pt idx="43">
                    <c:v>2011</c:v>
                  </c:pt>
                  <c:pt idx="44">
                    <c:v>2011</c:v>
                  </c:pt>
                  <c:pt idx="45">
                    <c:v>2011</c:v>
                  </c:pt>
                  <c:pt idx="46">
                    <c:v>2011</c:v>
                  </c:pt>
                  <c:pt idx="47">
                    <c:v>2011</c:v>
                  </c:pt>
                  <c:pt idx="48">
                    <c:v>2011</c:v>
                  </c:pt>
                  <c:pt idx="49">
                    <c:v>2011</c:v>
                  </c:pt>
                  <c:pt idx="50">
                    <c:v>2012</c:v>
                  </c:pt>
                  <c:pt idx="51">
                    <c:v>2012</c:v>
                  </c:pt>
                  <c:pt idx="52">
                    <c:v>2012</c:v>
                  </c:pt>
                  <c:pt idx="53">
                    <c:v>2012</c:v>
                  </c:pt>
                  <c:pt idx="54">
                    <c:v>2012</c:v>
                  </c:pt>
                  <c:pt idx="55">
                    <c:v>2012</c:v>
                  </c:pt>
                  <c:pt idx="56">
                    <c:v>2012</c:v>
                  </c:pt>
                  <c:pt idx="57">
                    <c:v>2012</c:v>
                  </c:pt>
                  <c:pt idx="58">
                    <c:v>2012</c:v>
                  </c:pt>
                  <c:pt idx="59">
                    <c:v>2012</c:v>
                  </c:pt>
                  <c:pt idx="60">
                    <c:v>2012</c:v>
                  </c:pt>
                  <c:pt idx="61">
                    <c:v>2012</c:v>
                  </c:pt>
                  <c:pt idx="62">
                    <c:v>2012</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2012</c:v>
                  </c:pt>
                  <c:pt idx="76">
                    <c:v>2012</c:v>
                  </c:pt>
                  <c:pt idx="77">
                    <c:v>2012</c:v>
                  </c:pt>
                  <c:pt idx="78">
                    <c:v>2012</c:v>
                  </c:pt>
                  <c:pt idx="79">
                    <c:v>2012</c:v>
                  </c:pt>
                  <c:pt idx="80">
                    <c:v>2012</c:v>
                  </c:pt>
                  <c:pt idx="81">
                    <c:v>2012</c:v>
                  </c:pt>
                  <c:pt idx="82">
                    <c:v>2012</c:v>
                  </c:pt>
                  <c:pt idx="83">
                    <c:v>2012</c:v>
                  </c:pt>
                  <c:pt idx="84">
                    <c:v>2012</c:v>
                  </c:pt>
                  <c:pt idx="85">
                    <c:v>2012</c:v>
                  </c:pt>
                  <c:pt idx="86">
                    <c:v>2012</c:v>
                  </c:pt>
                  <c:pt idx="87">
                    <c:v>2012</c:v>
                  </c:pt>
                  <c:pt idx="88">
                    <c:v>2012</c:v>
                  </c:pt>
                  <c:pt idx="89">
                    <c:v>2012</c:v>
                  </c:pt>
                  <c:pt idx="90">
                    <c:v>2012</c:v>
                  </c:pt>
                  <c:pt idx="91">
                    <c:v>2012</c:v>
                  </c:pt>
                  <c:pt idx="92">
                    <c:v>2012</c:v>
                  </c:pt>
                  <c:pt idx="93">
                    <c:v>2012</c:v>
                  </c:pt>
                  <c:pt idx="94">
                    <c:v>2012</c:v>
                  </c:pt>
                  <c:pt idx="95">
                    <c:v>2012</c:v>
                  </c:pt>
                  <c:pt idx="96">
                    <c:v>2012</c:v>
                  </c:pt>
                  <c:pt idx="97">
                    <c:v>2012</c:v>
                  </c:pt>
                  <c:pt idx="98">
                    <c:v>2012</c:v>
                  </c:pt>
                  <c:pt idx="99">
                    <c:v>2012</c:v>
                  </c:pt>
                  <c:pt idx="100">
                    <c:v>2012</c:v>
                  </c:pt>
                  <c:pt idx="101">
                    <c:v>2012</c:v>
                  </c:pt>
                  <c:pt idx="102">
                    <c:v>2013</c:v>
                  </c:pt>
                  <c:pt idx="103">
                    <c:v>2013</c:v>
                  </c:pt>
                  <c:pt idx="104">
                    <c:v>2013</c:v>
                  </c:pt>
                  <c:pt idx="105">
                    <c:v>2013</c:v>
                  </c:pt>
                  <c:pt idx="106">
                    <c:v>2013</c:v>
                  </c:pt>
                  <c:pt idx="107">
                    <c:v>2013</c:v>
                  </c:pt>
                  <c:pt idx="108">
                    <c:v>2013</c:v>
                  </c:pt>
                  <c:pt idx="109">
                    <c:v>2013</c:v>
                  </c:pt>
                  <c:pt idx="110">
                    <c:v>2013</c:v>
                  </c:pt>
                  <c:pt idx="111">
                    <c:v>2013</c:v>
                  </c:pt>
                  <c:pt idx="112">
                    <c:v>2013</c:v>
                  </c:pt>
                  <c:pt idx="113">
                    <c:v>2013</c:v>
                  </c:pt>
                  <c:pt idx="114">
                    <c:v>2013</c:v>
                  </c:pt>
                  <c:pt idx="115">
                    <c:v>2013</c:v>
                  </c:pt>
                  <c:pt idx="116">
                    <c:v>2013</c:v>
                  </c:pt>
                  <c:pt idx="117">
                    <c:v>2013</c:v>
                  </c:pt>
                  <c:pt idx="118">
                    <c:v>2013</c:v>
                  </c:pt>
                  <c:pt idx="119">
                    <c:v>2013</c:v>
                  </c:pt>
                  <c:pt idx="120">
                    <c:v>2013</c:v>
                  </c:pt>
                  <c:pt idx="121">
                    <c:v>2013</c:v>
                  </c:pt>
                  <c:pt idx="122">
                    <c:v>2013</c:v>
                  </c:pt>
                  <c:pt idx="123">
                    <c:v>2013</c:v>
                  </c:pt>
                  <c:pt idx="124">
                    <c:v>2013</c:v>
                  </c:pt>
                  <c:pt idx="125">
                    <c:v>2013</c:v>
                  </c:pt>
                  <c:pt idx="126">
                    <c:v>2013</c:v>
                  </c:pt>
                  <c:pt idx="127">
                    <c:v>2013</c:v>
                  </c:pt>
                  <c:pt idx="128">
                    <c:v>2013</c:v>
                  </c:pt>
                  <c:pt idx="129">
                    <c:v>2013</c:v>
                  </c:pt>
                  <c:pt idx="130">
                    <c:v>2013</c:v>
                  </c:pt>
                  <c:pt idx="131">
                    <c:v>2013</c:v>
                  </c:pt>
                  <c:pt idx="132">
                    <c:v>2013</c:v>
                  </c:pt>
                  <c:pt idx="133">
                    <c:v>2013</c:v>
                  </c:pt>
                  <c:pt idx="134">
                    <c:v>2013</c:v>
                  </c:pt>
                  <c:pt idx="135">
                    <c:v>2013</c:v>
                  </c:pt>
                  <c:pt idx="136">
                    <c:v>2013</c:v>
                  </c:pt>
                  <c:pt idx="137">
                    <c:v>2013</c:v>
                  </c:pt>
                  <c:pt idx="138">
                    <c:v>2013</c:v>
                  </c:pt>
                  <c:pt idx="139">
                    <c:v>2013</c:v>
                  </c:pt>
                  <c:pt idx="140">
                    <c:v>2013</c:v>
                  </c:pt>
                  <c:pt idx="141">
                    <c:v>2013</c:v>
                  </c:pt>
                  <c:pt idx="142">
                    <c:v>2013</c:v>
                  </c:pt>
                  <c:pt idx="143">
                    <c:v>2013</c:v>
                  </c:pt>
                  <c:pt idx="144">
                    <c:v>2013</c:v>
                  </c:pt>
                  <c:pt idx="145">
                    <c:v>2013</c:v>
                  </c:pt>
                  <c:pt idx="146">
                    <c:v>2013</c:v>
                  </c:pt>
                  <c:pt idx="147">
                    <c:v>2013</c:v>
                  </c:pt>
                  <c:pt idx="148">
                    <c:v>2013</c:v>
                  </c:pt>
                  <c:pt idx="149">
                    <c:v>2013</c:v>
                  </c:pt>
                  <c:pt idx="150">
                    <c:v>2013</c:v>
                  </c:pt>
                  <c:pt idx="151">
                    <c:v>2013</c:v>
                  </c:pt>
                  <c:pt idx="152">
                    <c:v>2013</c:v>
                  </c:pt>
                  <c:pt idx="153">
                    <c:v>2014</c:v>
                  </c:pt>
                  <c:pt idx="154">
                    <c:v>2014</c:v>
                  </c:pt>
                  <c:pt idx="155">
                    <c:v>2014</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2014</c:v>
                  </c:pt>
                  <c:pt idx="169">
                    <c:v>2014</c:v>
                  </c:pt>
                  <c:pt idx="170">
                    <c:v>2014</c:v>
                  </c:pt>
                  <c:pt idx="171">
                    <c:v>2014</c:v>
                  </c:pt>
                  <c:pt idx="172">
                    <c:v>2014</c:v>
                  </c:pt>
                  <c:pt idx="173">
                    <c:v>2014</c:v>
                  </c:pt>
                  <c:pt idx="174">
                    <c:v>2014</c:v>
                  </c:pt>
                  <c:pt idx="175">
                    <c:v>2014</c:v>
                  </c:pt>
                  <c:pt idx="176">
                    <c:v>2014</c:v>
                  </c:pt>
                  <c:pt idx="177">
                    <c:v>2014</c:v>
                  </c:pt>
                  <c:pt idx="178">
                    <c:v>2014</c:v>
                  </c:pt>
                  <c:pt idx="179">
                    <c:v>2014</c:v>
                  </c:pt>
                  <c:pt idx="180">
                    <c:v>2014</c:v>
                  </c:pt>
                  <c:pt idx="181">
                    <c:v>2014</c:v>
                  </c:pt>
                  <c:pt idx="182">
                    <c:v>2014</c:v>
                  </c:pt>
                  <c:pt idx="183">
                    <c:v>2014</c:v>
                  </c:pt>
                  <c:pt idx="184">
                    <c:v>2014</c:v>
                  </c:pt>
                  <c:pt idx="185">
                    <c:v>2014</c:v>
                  </c:pt>
                  <c:pt idx="186">
                    <c:v>2014</c:v>
                  </c:pt>
                  <c:pt idx="187">
                    <c:v>2014</c:v>
                  </c:pt>
                  <c:pt idx="188">
                    <c:v>2014</c:v>
                  </c:pt>
                  <c:pt idx="189">
                    <c:v>2014</c:v>
                  </c:pt>
                  <c:pt idx="190">
                    <c:v>2014</c:v>
                  </c:pt>
                  <c:pt idx="191">
                    <c:v>2014</c:v>
                  </c:pt>
                  <c:pt idx="192">
                    <c:v>2014</c:v>
                  </c:pt>
                  <c:pt idx="193">
                    <c:v>2014</c:v>
                  </c:pt>
                  <c:pt idx="194">
                    <c:v>2014</c:v>
                  </c:pt>
                  <c:pt idx="195">
                    <c:v>2014</c:v>
                  </c:pt>
                  <c:pt idx="196">
                    <c:v>2014</c:v>
                  </c:pt>
                  <c:pt idx="197">
                    <c:v>2014</c:v>
                  </c:pt>
                  <c:pt idx="198">
                    <c:v>2014</c:v>
                  </c:pt>
                  <c:pt idx="199">
                    <c:v>2014</c:v>
                  </c:pt>
                  <c:pt idx="200">
                    <c:v>2014</c:v>
                  </c:pt>
                  <c:pt idx="201">
                    <c:v>2014</c:v>
                  </c:pt>
                  <c:pt idx="202">
                    <c:v>2014</c:v>
                  </c:pt>
                  <c:pt idx="203">
                    <c:v>2014</c:v>
                  </c:pt>
                  <c:pt idx="204">
                    <c:v>2015</c:v>
                  </c:pt>
                  <c:pt idx="205">
                    <c:v>2015</c:v>
                  </c:pt>
                  <c:pt idx="206">
                    <c:v>2015</c:v>
                  </c:pt>
                  <c:pt idx="207">
                    <c:v>2015</c:v>
                  </c:pt>
                  <c:pt idx="208">
                    <c:v>2015</c:v>
                  </c:pt>
                  <c:pt idx="209">
                    <c:v>2015</c:v>
                  </c:pt>
                  <c:pt idx="210">
                    <c:v>2015</c:v>
                  </c:pt>
                  <c:pt idx="211">
                    <c:v>2015</c:v>
                  </c:pt>
                  <c:pt idx="212">
                    <c:v>2015</c:v>
                  </c:pt>
                  <c:pt idx="213">
                    <c:v>2015</c:v>
                  </c:pt>
                  <c:pt idx="214">
                    <c:v>2015</c:v>
                  </c:pt>
                  <c:pt idx="215">
                    <c:v>2015</c:v>
                  </c:pt>
                  <c:pt idx="216">
                    <c:v>2015</c:v>
                  </c:pt>
                  <c:pt idx="217">
                    <c:v>2015</c:v>
                  </c:pt>
                  <c:pt idx="218">
                    <c:v>2015</c:v>
                  </c:pt>
                  <c:pt idx="219">
                    <c:v>2015</c:v>
                  </c:pt>
                  <c:pt idx="220">
                    <c:v>2015</c:v>
                  </c:pt>
                  <c:pt idx="221">
                    <c:v>2015</c:v>
                  </c:pt>
                  <c:pt idx="222">
                    <c:v>2015</c:v>
                  </c:pt>
                  <c:pt idx="223">
                    <c:v>2015</c:v>
                  </c:pt>
                  <c:pt idx="224">
                    <c:v>2015</c:v>
                  </c:pt>
                  <c:pt idx="225">
                    <c:v>2015</c:v>
                  </c:pt>
                  <c:pt idx="226">
                    <c:v>2015</c:v>
                  </c:pt>
                  <c:pt idx="227">
                    <c:v>2015</c:v>
                  </c:pt>
                  <c:pt idx="228">
                    <c:v>2015</c:v>
                  </c:pt>
                  <c:pt idx="229">
                    <c:v>2015</c:v>
                  </c:pt>
                  <c:pt idx="230">
                    <c:v>2015</c:v>
                  </c:pt>
                  <c:pt idx="231">
                    <c:v>2015</c:v>
                  </c:pt>
                  <c:pt idx="232">
                    <c:v>2015</c:v>
                  </c:pt>
                  <c:pt idx="233">
                    <c:v>2015</c:v>
                  </c:pt>
                  <c:pt idx="234">
                    <c:v>2015</c:v>
                  </c:pt>
                  <c:pt idx="235">
                    <c:v>2015</c:v>
                  </c:pt>
                  <c:pt idx="236">
                    <c:v>2015</c:v>
                  </c:pt>
                  <c:pt idx="237">
                    <c:v>2015</c:v>
                  </c:pt>
                  <c:pt idx="238">
                    <c:v>2015</c:v>
                  </c:pt>
                  <c:pt idx="239">
                    <c:v>2015</c:v>
                  </c:pt>
                  <c:pt idx="240">
                    <c:v>2015</c:v>
                  </c:pt>
                  <c:pt idx="241">
                    <c:v>2015</c:v>
                  </c:pt>
                  <c:pt idx="242">
                    <c:v>2015</c:v>
                  </c:pt>
                  <c:pt idx="243">
                    <c:v>2015</c:v>
                  </c:pt>
                  <c:pt idx="244">
                    <c:v>2015</c:v>
                  </c:pt>
                  <c:pt idx="245">
                    <c:v>2015</c:v>
                  </c:pt>
                  <c:pt idx="246">
                    <c:v>2015</c:v>
                  </c:pt>
                  <c:pt idx="247">
                    <c:v>2015</c:v>
                  </c:pt>
                  <c:pt idx="248">
                    <c:v>2015</c:v>
                  </c:pt>
                  <c:pt idx="249">
                    <c:v>2015</c:v>
                  </c:pt>
                  <c:pt idx="250">
                    <c:v>2015</c:v>
                  </c:pt>
                  <c:pt idx="251">
                    <c:v>2015</c:v>
                  </c:pt>
                  <c:pt idx="252">
                    <c:v>2015</c:v>
                  </c:pt>
                  <c:pt idx="253">
                    <c:v>2015</c:v>
                  </c:pt>
                  <c:pt idx="254">
                    <c:v>2015</c:v>
                  </c:pt>
                  <c:pt idx="255">
                    <c:v>2016</c:v>
                  </c:pt>
                  <c:pt idx="256">
                    <c:v>2016</c:v>
                  </c:pt>
                  <c:pt idx="257">
                    <c:v>2016</c:v>
                  </c:pt>
                  <c:pt idx="258">
                    <c:v>2016</c:v>
                  </c:pt>
                  <c:pt idx="259">
                    <c:v>2016</c:v>
                  </c:pt>
                  <c:pt idx="260">
                    <c:v>2016</c:v>
                  </c:pt>
                  <c:pt idx="261">
                    <c:v>2016</c:v>
                  </c:pt>
                  <c:pt idx="262">
                    <c:v>2016</c:v>
                  </c:pt>
                  <c:pt idx="263">
                    <c:v>2016</c:v>
                  </c:pt>
                  <c:pt idx="264">
                    <c:v>2016</c:v>
                  </c:pt>
                  <c:pt idx="265">
                    <c:v>2016</c:v>
                  </c:pt>
                  <c:pt idx="266">
                    <c:v>2016</c:v>
                  </c:pt>
                  <c:pt idx="267">
                    <c:v>2016</c:v>
                  </c:pt>
                  <c:pt idx="268">
                    <c:v>2016</c:v>
                  </c:pt>
                  <c:pt idx="269">
                    <c:v>2016</c:v>
                  </c:pt>
                  <c:pt idx="270">
                    <c:v>2016</c:v>
                  </c:pt>
                  <c:pt idx="271">
                    <c:v>2016</c:v>
                  </c:pt>
                  <c:pt idx="272">
                    <c:v>2016</c:v>
                  </c:pt>
                  <c:pt idx="273">
                    <c:v>2016</c:v>
                  </c:pt>
                  <c:pt idx="274">
                    <c:v>2016</c:v>
                  </c:pt>
                  <c:pt idx="275">
                    <c:v>2016</c:v>
                  </c:pt>
                  <c:pt idx="276">
                    <c:v>2016</c:v>
                  </c:pt>
                  <c:pt idx="277">
                    <c:v>2016</c:v>
                  </c:pt>
                  <c:pt idx="278">
                    <c:v>2016</c:v>
                  </c:pt>
                  <c:pt idx="279">
                    <c:v>2016</c:v>
                  </c:pt>
                  <c:pt idx="280">
                    <c:v>2016</c:v>
                  </c:pt>
                  <c:pt idx="281">
                    <c:v>2016</c:v>
                  </c:pt>
                  <c:pt idx="282">
                    <c:v>2016</c:v>
                  </c:pt>
                  <c:pt idx="283">
                    <c:v>2016</c:v>
                  </c:pt>
                  <c:pt idx="284">
                    <c:v>2016</c:v>
                  </c:pt>
                  <c:pt idx="285">
                    <c:v>2016</c:v>
                  </c:pt>
                  <c:pt idx="286">
                    <c:v>2016</c:v>
                  </c:pt>
                  <c:pt idx="287">
                    <c:v>2016</c:v>
                  </c:pt>
                  <c:pt idx="288">
                    <c:v>2016</c:v>
                  </c:pt>
                  <c:pt idx="289">
                    <c:v>2016</c:v>
                  </c:pt>
                  <c:pt idx="290">
                    <c:v>2016</c:v>
                  </c:pt>
                  <c:pt idx="291">
                    <c:v>2016</c:v>
                  </c:pt>
                  <c:pt idx="292">
                    <c:v>2016</c:v>
                  </c:pt>
                  <c:pt idx="293">
                    <c:v>2016</c:v>
                  </c:pt>
                  <c:pt idx="294">
                    <c:v>2016</c:v>
                  </c:pt>
                  <c:pt idx="295">
                    <c:v>2016</c:v>
                  </c:pt>
                  <c:pt idx="296">
                    <c:v>2016</c:v>
                  </c:pt>
                  <c:pt idx="297">
                    <c:v>2016</c:v>
                  </c:pt>
                  <c:pt idx="298">
                    <c:v>2016</c:v>
                  </c:pt>
                  <c:pt idx="299">
                    <c:v>2016</c:v>
                  </c:pt>
                  <c:pt idx="300">
                    <c:v>2016</c:v>
                  </c:pt>
                  <c:pt idx="301">
                    <c:v>2016</c:v>
                  </c:pt>
                  <c:pt idx="302">
                    <c:v>2016</c:v>
                  </c:pt>
                  <c:pt idx="303">
                    <c:v>2016</c:v>
                  </c:pt>
                  <c:pt idx="304">
                    <c:v>2016</c:v>
                  </c:pt>
                  <c:pt idx="305">
                    <c:v>2016</c:v>
                  </c:pt>
                  <c:pt idx="306">
                    <c:v>2017</c:v>
                  </c:pt>
                  <c:pt idx="307">
                    <c:v>2017</c:v>
                  </c:pt>
                  <c:pt idx="308">
                    <c:v>2017</c:v>
                  </c:pt>
                  <c:pt idx="309">
                    <c:v>2017</c:v>
                  </c:pt>
                  <c:pt idx="310">
                    <c:v>2017</c:v>
                  </c:pt>
                  <c:pt idx="311">
                    <c:v>2017</c:v>
                  </c:pt>
                  <c:pt idx="312">
                    <c:v>2017</c:v>
                  </c:pt>
                  <c:pt idx="313">
                    <c:v>2017</c:v>
                  </c:pt>
                  <c:pt idx="314">
                    <c:v>2017</c:v>
                  </c:pt>
                  <c:pt idx="315">
                    <c:v>2017</c:v>
                  </c:pt>
                  <c:pt idx="316">
                    <c:v>2017</c:v>
                  </c:pt>
                  <c:pt idx="317">
                    <c:v>2017</c:v>
                  </c:pt>
                  <c:pt idx="318">
                    <c:v>2017</c:v>
                  </c:pt>
                  <c:pt idx="319">
                    <c:v>2017</c:v>
                  </c:pt>
                  <c:pt idx="320">
                    <c:v>2017</c:v>
                  </c:pt>
                  <c:pt idx="321">
                    <c:v>2017</c:v>
                  </c:pt>
                  <c:pt idx="322">
                    <c:v>2017</c:v>
                  </c:pt>
                  <c:pt idx="323">
                    <c:v>2017</c:v>
                  </c:pt>
                  <c:pt idx="324">
                    <c:v>2017</c:v>
                  </c:pt>
                  <c:pt idx="325">
                    <c:v>2017</c:v>
                  </c:pt>
                  <c:pt idx="326">
                    <c:v>2017</c:v>
                  </c:pt>
                  <c:pt idx="327">
                    <c:v>2017</c:v>
                  </c:pt>
                  <c:pt idx="328">
                    <c:v>2017</c:v>
                  </c:pt>
                  <c:pt idx="329">
                    <c:v>2017</c:v>
                  </c:pt>
                  <c:pt idx="330">
                    <c:v>2017</c:v>
                  </c:pt>
                  <c:pt idx="331">
                    <c:v>2017</c:v>
                  </c:pt>
                  <c:pt idx="332">
                    <c:v>2017</c:v>
                  </c:pt>
                  <c:pt idx="333">
                    <c:v>2017</c:v>
                  </c:pt>
                  <c:pt idx="334">
                    <c:v>2017</c:v>
                  </c:pt>
                  <c:pt idx="335">
                    <c:v>2017</c:v>
                  </c:pt>
                  <c:pt idx="336">
                    <c:v>2017</c:v>
                  </c:pt>
                  <c:pt idx="337">
                    <c:v>2017</c:v>
                  </c:pt>
                  <c:pt idx="338">
                    <c:v>2017</c:v>
                  </c:pt>
                  <c:pt idx="339">
                    <c:v>2017</c:v>
                  </c:pt>
                  <c:pt idx="340">
                    <c:v>2017</c:v>
                  </c:pt>
                  <c:pt idx="341">
                    <c:v>2017</c:v>
                  </c:pt>
                  <c:pt idx="342">
                    <c:v>2017</c:v>
                  </c:pt>
                  <c:pt idx="343">
                    <c:v>2017</c:v>
                  </c:pt>
                  <c:pt idx="344">
                    <c:v>2017</c:v>
                  </c:pt>
                  <c:pt idx="345">
                    <c:v>2017</c:v>
                  </c:pt>
                  <c:pt idx="346">
                    <c:v>2017</c:v>
                  </c:pt>
                  <c:pt idx="347">
                    <c:v>2017</c:v>
                  </c:pt>
                  <c:pt idx="348">
                    <c:v>2017</c:v>
                  </c:pt>
                  <c:pt idx="349">
                    <c:v>2017</c:v>
                  </c:pt>
                  <c:pt idx="350">
                    <c:v>2017</c:v>
                  </c:pt>
                  <c:pt idx="351">
                    <c:v>2017</c:v>
                  </c:pt>
                  <c:pt idx="352">
                    <c:v>2017</c:v>
                  </c:pt>
                  <c:pt idx="353">
                    <c:v>2017</c:v>
                  </c:pt>
                  <c:pt idx="354">
                    <c:v>2017</c:v>
                  </c:pt>
                  <c:pt idx="355">
                    <c:v>2017</c:v>
                  </c:pt>
                  <c:pt idx="356">
                    <c:v>2017</c:v>
                  </c:pt>
                  <c:pt idx="357">
                    <c:v>2017</c:v>
                  </c:pt>
                  <c:pt idx="358">
                    <c:v>2018</c:v>
                  </c:pt>
                  <c:pt idx="359">
                    <c:v>2018</c:v>
                  </c:pt>
                  <c:pt idx="360">
                    <c:v>2018</c:v>
                  </c:pt>
                  <c:pt idx="361">
                    <c:v>2018</c:v>
                  </c:pt>
                  <c:pt idx="362">
                    <c:v>2018</c:v>
                  </c:pt>
                  <c:pt idx="363">
                    <c:v>2018</c:v>
                  </c:pt>
                  <c:pt idx="364">
                    <c:v>2018</c:v>
                  </c:pt>
                  <c:pt idx="365">
                    <c:v>2018</c:v>
                  </c:pt>
                  <c:pt idx="366">
                    <c:v>2018</c:v>
                  </c:pt>
                  <c:pt idx="367">
                    <c:v>2018</c:v>
                  </c:pt>
                  <c:pt idx="368">
                    <c:v>2018</c:v>
                  </c:pt>
                  <c:pt idx="369">
                    <c:v>2018</c:v>
                  </c:pt>
                  <c:pt idx="370">
                    <c:v>2018</c:v>
                  </c:pt>
                  <c:pt idx="371">
                    <c:v>2018</c:v>
                  </c:pt>
                  <c:pt idx="372">
                    <c:v>2018</c:v>
                  </c:pt>
                  <c:pt idx="373">
                    <c:v>2018</c:v>
                  </c:pt>
                  <c:pt idx="374">
                    <c:v>2018</c:v>
                  </c:pt>
                  <c:pt idx="375">
                    <c:v>2018</c:v>
                  </c:pt>
                  <c:pt idx="376">
                    <c:v>2018</c:v>
                  </c:pt>
                  <c:pt idx="377">
                    <c:v>2018</c:v>
                  </c:pt>
                  <c:pt idx="378">
                    <c:v>2018</c:v>
                  </c:pt>
                  <c:pt idx="379">
                    <c:v>2018</c:v>
                  </c:pt>
                  <c:pt idx="380">
                    <c:v>2018</c:v>
                  </c:pt>
                  <c:pt idx="381">
                    <c:v>2018</c:v>
                  </c:pt>
                  <c:pt idx="382">
                    <c:v>2018</c:v>
                  </c:pt>
                  <c:pt idx="383">
                    <c:v>2018</c:v>
                  </c:pt>
                  <c:pt idx="384">
                    <c:v>2018</c:v>
                  </c:pt>
                  <c:pt idx="385">
                    <c:v>2018</c:v>
                  </c:pt>
                  <c:pt idx="386">
                    <c:v>2018</c:v>
                  </c:pt>
                  <c:pt idx="387">
                    <c:v>2018</c:v>
                  </c:pt>
                  <c:pt idx="388">
                    <c:v>2018</c:v>
                  </c:pt>
                  <c:pt idx="389">
                    <c:v>2018</c:v>
                  </c:pt>
                  <c:pt idx="390">
                    <c:v>2018</c:v>
                  </c:pt>
                  <c:pt idx="391">
                    <c:v>2018</c:v>
                  </c:pt>
                  <c:pt idx="392">
                    <c:v>2018</c:v>
                  </c:pt>
                  <c:pt idx="393">
                    <c:v>2018</c:v>
                  </c:pt>
                  <c:pt idx="394">
                    <c:v>2018</c:v>
                  </c:pt>
                  <c:pt idx="395">
                    <c:v>2018</c:v>
                  </c:pt>
                  <c:pt idx="396">
                    <c:v>2018</c:v>
                  </c:pt>
                  <c:pt idx="397">
                    <c:v>2018</c:v>
                  </c:pt>
                  <c:pt idx="398">
                    <c:v>2018</c:v>
                  </c:pt>
                  <c:pt idx="399">
                    <c:v>2018</c:v>
                  </c:pt>
                  <c:pt idx="400">
                    <c:v>2018</c:v>
                  </c:pt>
                  <c:pt idx="401">
                    <c:v>2018</c:v>
                  </c:pt>
                  <c:pt idx="402">
                    <c:v>2018</c:v>
                  </c:pt>
                  <c:pt idx="403">
                    <c:v>2018</c:v>
                  </c:pt>
                  <c:pt idx="404">
                    <c:v>2018</c:v>
                  </c:pt>
                  <c:pt idx="405">
                    <c:v>2018</c:v>
                  </c:pt>
                  <c:pt idx="406">
                    <c:v>2018</c:v>
                  </c:pt>
                  <c:pt idx="407">
                    <c:v>2018</c:v>
                  </c:pt>
                  <c:pt idx="408">
                    <c:v>2018</c:v>
                  </c:pt>
                  <c:pt idx="409">
                    <c:v>2018</c:v>
                  </c:pt>
                  <c:pt idx="410">
                    <c:v>2018</c:v>
                  </c:pt>
                  <c:pt idx="411">
                    <c:v>2019</c:v>
                  </c:pt>
                  <c:pt idx="412">
                    <c:v>2019</c:v>
                  </c:pt>
                  <c:pt idx="413">
                    <c:v>2019</c:v>
                  </c:pt>
                  <c:pt idx="414">
                    <c:v>2019</c:v>
                  </c:pt>
                  <c:pt idx="415">
                    <c:v>2019</c:v>
                  </c:pt>
                  <c:pt idx="416">
                    <c:v>2019</c:v>
                  </c:pt>
                  <c:pt idx="417">
                    <c:v>2019</c:v>
                  </c:pt>
                  <c:pt idx="418">
                    <c:v>2019</c:v>
                  </c:pt>
                  <c:pt idx="419">
                    <c:v>2019</c:v>
                  </c:pt>
                  <c:pt idx="420">
                    <c:v>2019</c:v>
                  </c:pt>
                  <c:pt idx="421">
                    <c:v>2019</c:v>
                  </c:pt>
                  <c:pt idx="422">
                    <c:v>2019</c:v>
                  </c:pt>
                  <c:pt idx="423">
                    <c:v>2019</c:v>
                  </c:pt>
                  <c:pt idx="424">
                    <c:v>2019</c:v>
                  </c:pt>
                  <c:pt idx="425">
                    <c:v>2019</c:v>
                  </c:pt>
                  <c:pt idx="426">
                    <c:v>2019</c:v>
                  </c:pt>
                  <c:pt idx="427">
                    <c:v>2019</c:v>
                  </c:pt>
                  <c:pt idx="428">
                    <c:v>2019</c:v>
                  </c:pt>
                  <c:pt idx="429">
                    <c:v>2019</c:v>
                  </c:pt>
                  <c:pt idx="430">
                    <c:v>2019</c:v>
                  </c:pt>
                  <c:pt idx="431">
                    <c:v>2019</c:v>
                  </c:pt>
                  <c:pt idx="432">
                    <c:v>2019</c:v>
                  </c:pt>
                  <c:pt idx="433">
                    <c:v>2019</c:v>
                  </c:pt>
                  <c:pt idx="434">
                    <c:v>2019</c:v>
                  </c:pt>
                  <c:pt idx="435">
                    <c:v>2019</c:v>
                  </c:pt>
                  <c:pt idx="436">
                    <c:v>2019</c:v>
                  </c:pt>
                  <c:pt idx="437">
                    <c:v>2019</c:v>
                  </c:pt>
                  <c:pt idx="438">
                    <c:v>2019</c:v>
                  </c:pt>
                  <c:pt idx="439">
                    <c:v>2019</c:v>
                  </c:pt>
                  <c:pt idx="440">
                    <c:v>2019</c:v>
                  </c:pt>
                  <c:pt idx="441">
                    <c:v>2019</c:v>
                  </c:pt>
                  <c:pt idx="442">
                    <c:v>2019</c:v>
                  </c:pt>
                  <c:pt idx="443">
                    <c:v>2019</c:v>
                  </c:pt>
                  <c:pt idx="444">
                    <c:v>2019</c:v>
                  </c:pt>
                  <c:pt idx="445">
                    <c:v>2019</c:v>
                  </c:pt>
                  <c:pt idx="446">
                    <c:v>2019</c:v>
                  </c:pt>
                  <c:pt idx="447">
                    <c:v>2019</c:v>
                  </c:pt>
                  <c:pt idx="448">
                    <c:v>2019</c:v>
                  </c:pt>
                  <c:pt idx="449">
                    <c:v>2019</c:v>
                  </c:pt>
                  <c:pt idx="450">
                    <c:v>2019</c:v>
                  </c:pt>
                  <c:pt idx="451">
                    <c:v>2019</c:v>
                  </c:pt>
                  <c:pt idx="452">
                    <c:v>2019</c:v>
                  </c:pt>
                  <c:pt idx="453">
                    <c:v>2019</c:v>
                  </c:pt>
                  <c:pt idx="454">
                    <c:v>2019</c:v>
                  </c:pt>
                  <c:pt idx="455">
                    <c:v>2019</c:v>
                  </c:pt>
                  <c:pt idx="456">
                    <c:v>2019</c:v>
                  </c:pt>
                  <c:pt idx="457">
                    <c:v>2019</c:v>
                  </c:pt>
                  <c:pt idx="458">
                    <c:v>2019</c:v>
                  </c:pt>
                  <c:pt idx="459">
                    <c:v>2019</c:v>
                  </c:pt>
                  <c:pt idx="460">
                    <c:v>2019</c:v>
                  </c:pt>
                  <c:pt idx="461">
                    <c:v>2019</c:v>
                  </c:pt>
                  <c:pt idx="462">
                    <c:v>2019</c:v>
                  </c:pt>
                  <c:pt idx="463">
                    <c:v>2020</c:v>
                  </c:pt>
                  <c:pt idx="464">
                    <c:v>2020</c:v>
                  </c:pt>
                  <c:pt idx="465">
                    <c:v>2020</c:v>
                  </c:pt>
                  <c:pt idx="466">
                    <c:v>2020</c:v>
                  </c:pt>
                  <c:pt idx="467">
                    <c:v>2020</c:v>
                  </c:pt>
                  <c:pt idx="468">
                    <c:v>2020</c:v>
                  </c:pt>
                  <c:pt idx="469">
                    <c:v>2020</c:v>
                  </c:pt>
                  <c:pt idx="470">
                    <c:v>2020</c:v>
                  </c:pt>
                  <c:pt idx="471">
                    <c:v>2020</c:v>
                  </c:pt>
                  <c:pt idx="472">
                    <c:v>2020</c:v>
                  </c:pt>
                  <c:pt idx="473">
                    <c:v>2020</c:v>
                  </c:pt>
                  <c:pt idx="474">
                    <c:v>2020</c:v>
                  </c:pt>
                  <c:pt idx="475">
                    <c:v>2020</c:v>
                  </c:pt>
                  <c:pt idx="476">
                    <c:v>2020</c:v>
                  </c:pt>
                  <c:pt idx="477">
                    <c:v>2020</c:v>
                  </c:pt>
                  <c:pt idx="478">
                    <c:v>2020</c:v>
                  </c:pt>
                  <c:pt idx="479">
                    <c:v>2020</c:v>
                  </c:pt>
                  <c:pt idx="480">
                    <c:v>2020</c:v>
                  </c:pt>
                  <c:pt idx="481">
                    <c:v>2020</c:v>
                  </c:pt>
                  <c:pt idx="482">
                    <c:v>2020</c:v>
                  </c:pt>
                  <c:pt idx="483">
                    <c:v>2020</c:v>
                  </c:pt>
                  <c:pt idx="484">
                    <c:v>2020</c:v>
                  </c:pt>
                  <c:pt idx="485">
                    <c:v>2020</c:v>
                  </c:pt>
                  <c:pt idx="486">
                    <c:v>2020</c:v>
                  </c:pt>
                  <c:pt idx="487">
                    <c:v>2020</c:v>
                  </c:pt>
                  <c:pt idx="488">
                    <c:v>2020</c:v>
                  </c:pt>
                  <c:pt idx="489">
                    <c:v>2020</c:v>
                  </c:pt>
                  <c:pt idx="490">
                    <c:v>2020</c:v>
                  </c:pt>
                  <c:pt idx="491">
                    <c:v>2020</c:v>
                  </c:pt>
                  <c:pt idx="492">
                    <c:v>2020</c:v>
                  </c:pt>
                  <c:pt idx="493">
                    <c:v>2020</c:v>
                  </c:pt>
                  <c:pt idx="494">
                    <c:v>2020</c:v>
                  </c:pt>
                  <c:pt idx="495">
                    <c:v>2020</c:v>
                  </c:pt>
                  <c:pt idx="496">
                    <c:v>2020</c:v>
                  </c:pt>
                  <c:pt idx="497">
                    <c:v>2020</c:v>
                  </c:pt>
                  <c:pt idx="498">
                    <c:v>2020</c:v>
                  </c:pt>
                  <c:pt idx="499">
                    <c:v>2020</c:v>
                  </c:pt>
                  <c:pt idx="500">
                    <c:v>2020</c:v>
                  </c:pt>
                  <c:pt idx="501">
                    <c:v>2020</c:v>
                  </c:pt>
                  <c:pt idx="502">
                    <c:v>2020</c:v>
                  </c:pt>
                  <c:pt idx="503">
                    <c:v>2020</c:v>
                  </c:pt>
                  <c:pt idx="504">
                    <c:v>2020</c:v>
                  </c:pt>
                  <c:pt idx="505">
                    <c:v>2020</c:v>
                  </c:pt>
                  <c:pt idx="506">
                    <c:v>2020</c:v>
                  </c:pt>
                  <c:pt idx="507">
                    <c:v>2020</c:v>
                  </c:pt>
                  <c:pt idx="508">
                    <c:v>2020</c:v>
                  </c:pt>
                  <c:pt idx="509">
                    <c:v>2020</c:v>
                  </c:pt>
                  <c:pt idx="510">
                    <c:v>2020</c:v>
                  </c:pt>
                  <c:pt idx="511">
                    <c:v>2020</c:v>
                  </c:pt>
                  <c:pt idx="512">
                    <c:v>2020</c:v>
                  </c:pt>
                  <c:pt idx="513">
                    <c:v>2020</c:v>
                  </c:pt>
                  <c:pt idx="514">
                    <c:v>2020</c:v>
                  </c:pt>
                  <c:pt idx="515">
                    <c:v>2021</c:v>
                  </c:pt>
                  <c:pt idx="516">
                    <c:v>2021</c:v>
                  </c:pt>
                  <c:pt idx="517">
                    <c:v>2021</c:v>
                  </c:pt>
                  <c:pt idx="518">
                    <c:v>2021</c:v>
                  </c:pt>
                  <c:pt idx="519">
                    <c:v>2021</c:v>
                  </c:pt>
                  <c:pt idx="520">
                    <c:v>2021</c:v>
                  </c:pt>
                  <c:pt idx="521">
                    <c:v>2021</c:v>
                  </c:pt>
                  <c:pt idx="522">
                    <c:v>2021</c:v>
                  </c:pt>
                  <c:pt idx="523">
                    <c:v>2021</c:v>
                  </c:pt>
                  <c:pt idx="524">
                    <c:v>2021</c:v>
                  </c:pt>
                  <c:pt idx="525">
                    <c:v>2021</c:v>
                  </c:pt>
                  <c:pt idx="526">
                    <c:v>2021</c:v>
                  </c:pt>
                  <c:pt idx="527">
                    <c:v>2021</c:v>
                  </c:pt>
                  <c:pt idx="528">
                    <c:v>2021</c:v>
                  </c:pt>
                  <c:pt idx="529">
                    <c:v>2021</c:v>
                  </c:pt>
                  <c:pt idx="530">
                    <c:v>2021</c:v>
                  </c:pt>
                  <c:pt idx="531">
                    <c:v>2021</c:v>
                  </c:pt>
                  <c:pt idx="532">
                    <c:v>2021</c:v>
                  </c:pt>
                  <c:pt idx="533">
                    <c:v>2021</c:v>
                  </c:pt>
                  <c:pt idx="534">
                    <c:v>2021</c:v>
                  </c:pt>
                  <c:pt idx="535">
                    <c:v>2021</c:v>
                  </c:pt>
                  <c:pt idx="536">
                    <c:v>2021</c:v>
                  </c:pt>
                  <c:pt idx="537">
                    <c:v>2021</c:v>
                  </c:pt>
                  <c:pt idx="538">
                    <c:v>2021</c:v>
                  </c:pt>
                  <c:pt idx="539">
                    <c:v>2021</c:v>
                  </c:pt>
                  <c:pt idx="540">
                    <c:v>2021</c:v>
                  </c:pt>
                  <c:pt idx="541">
                    <c:v>2021</c:v>
                  </c:pt>
                  <c:pt idx="542">
                    <c:v>2021</c:v>
                  </c:pt>
                  <c:pt idx="543">
                    <c:v>2021</c:v>
                  </c:pt>
                  <c:pt idx="544">
                    <c:v>2021</c:v>
                  </c:pt>
                  <c:pt idx="545">
                    <c:v>2021</c:v>
                  </c:pt>
                  <c:pt idx="546">
                    <c:v>2021</c:v>
                  </c:pt>
                  <c:pt idx="547">
                    <c:v>2021</c:v>
                  </c:pt>
                  <c:pt idx="548">
                    <c:v>2021</c:v>
                  </c:pt>
                  <c:pt idx="549">
                    <c:v>2021</c:v>
                  </c:pt>
                  <c:pt idx="550">
                    <c:v>2021</c:v>
                  </c:pt>
                  <c:pt idx="551">
                    <c:v>2021</c:v>
                  </c:pt>
                  <c:pt idx="552">
                    <c:v>2021</c:v>
                  </c:pt>
                  <c:pt idx="553">
                    <c:v>2021</c:v>
                  </c:pt>
                  <c:pt idx="554">
                    <c:v>2021</c:v>
                  </c:pt>
                  <c:pt idx="555">
                    <c:v>2021</c:v>
                  </c:pt>
                  <c:pt idx="556">
                    <c:v>2021</c:v>
                  </c:pt>
                  <c:pt idx="557">
                    <c:v>2021</c:v>
                  </c:pt>
                  <c:pt idx="558">
                    <c:v>2021</c:v>
                  </c:pt>
                  <c:pt idx="559">
                    <c:v>2021</c:v>
                  </c:pt>
                  <c:pt idx="560">
                    <c:v>2021</c:v>
                  </c:pt>
                  <c:pt idx="561">
                    <c:v>2021</c:v>
                  </c:pt>
                  <c:pt idx="562">
                    <c:v>2021</c:v>
                  </c:pt>
                  <c:pt idx="563">
                    <c:v>2021</c:v>
                  </c:pt>
                  <c:pt idx="564">
                    <c:v>2021</c:v>
                  </c:pt>
                  <c:pt idx="565">
                    <c:v>2021</c:v>
                  </c:pt>
                  <c:pt idx="566">
                    <c:v>2021</c:v>
                  </c:pt>
                  <c:pt idx="567">
                    <c:v>2022</c:v>
                  </c:pt>
                  <c:pt idx="568">
                    <c:v>2022</c:v>
                  </c:pt>
                  <c:pt idx="569">
                    <c:v>2022</c:v>
                  </c:pt>
                  <c:pt idx="570">
                    <c:v>2022</c:v>
                  </c:pt>
                  <c:pt idx="571">
                    <c:v>2022</c:v>
                  </c:pt>
                  <c:pt idx="572">
                    <c:v>2022</c:v>
                  </c:pt>
                  <c:pt idx="573">
                    <c:v>2022</c:v>
                  </c:pt>
                  <c:pt idx="574">
                    <c:v>2022</c:v>
                  </c:pt>
                  <c:pt idx="575">
                    <c:v>2022</c:v>
                  </c:pt>
                  <c:pt idx="576">
                    <c:v>2022</c:v>
                  </c:pt>
                  <c:pt idx="577">
                    <c:v>2022</c:v>
                  </c:pt>
                  <c:pt idx="578">
                    <c:v>2022</c:v>
                  </c:pt>
                  <c:pt idx="579">
                    <c:v>2022</c:v>
                  </c:pt>
                  <c:pt idx="580">
                    <c:v>2022</c:v>
                  </c:pt>
                  <c:pt idx="581">
                    <c:v>2022</c:v>
                  </c:pt>
                  <c:pt idx="582">
                    <c:v>2022</c:v>
                  </c:pt>
                  <c:pt idx="583">
                    <c:v>2022</c:v>
                  </c:pt>
                  <c:pt idx="584">
                    <c:v>2022</c:v>
                  </c:pt>
                  <c:pt idx="585">
                    <c:v>2022</c:v>
                  </c:pt>
                  <c:pt idx="586">
                    <c:v>2022</c:v>
                  </c:pt>
                  <c:pt idx="587">
                    <c:v>2022</c:v>
                  </c:pt>
                  <c:pt idx="588">
                    <c:v>2022</c:v>
                  </c:pt>
                  <c:pt idx="589">
                    <c:v>2022</c:v>
                  </c:pt>
                  <c:pt idx="590">
                    <c:v>2022</c:v>
                  </c:pt>
                  <c:pt idx="591">
                    <c:v>2022</c:v>
                  </c:pt>
                  <c:pt idx="592">
                    <c:v>2022</c:v>
                  </c:pt>
                  <c:pt idx="593">
                    <c:v>2022</c:v>
                  </c:pt>
                  <c:pt idx="594">
                    <c:v>2022</c:v>
                  </c:pt>
                  <c:pt idx="595">
                    <c:v>2022</c:v>
                  </c:pt>
                  <c:pt idx="596">
                    <c:v>2022</c:v>
                  </c:pt>
                  <c:pt idx="597">
                    <c:v>2022</c:v>
                  </c:pt>
                  <c:pt idx="598">
                    <c:v>2022</c:v>
                  </c:pt>
                  <c:pt idx="599">
                    <c:v>2022</c:v>
                  </c:pt>
                  <c:pt idx="600">
                    <c:v>2022</c:v>
                  </c:pt>
                  <c:pt idx="601">
                    <c:v>2022</c:v>
                  </c:pt>
                  <c:pt idx="602">
                    <c:v>2022</c:v>
                  </c:pt>
                  <c:pt idx="603">
                    <c:v>2022</c:v>
                  </c:pt>
                  <c:pt idx="604">
                    <c:v>2022</c:v>
                  </c:pt>
                  <c:pt idx="605">
                    <c:v>2022</c:v>
                  </c:pt>
                  <c:pt idx="606">
                    <c:v>2022</c:v>
                  </c:pt>
                  <c:pt idx="607">
                    <c:v>2022</c:v>
                  </c:pt>
                  <c:pt idx="608">
                    <c:v>2022</c:v>
                  </c:pt>
                  <c:pt idx="609">
                    <c:v>2022</c:v>
                  </c:pt>
                  <c:pt idx="610">
                    <c:v>2022</c:v>
                  </c:pt>
                  <c:pt idx="611">
                    <c:v>2022</c:v>
                  </c:pt>
                  <c:pt idx="612">
                    <c:v>2022</c:v>
                  </c:pt>
                  <c:pt idx="613">
                    <c:v>2022</c:v>
                  </c:pt>
                  <c:pt idx="614">
                    <c:v>2022</c:v>
                  </c:pt>
                  <c:pt idx="615">
                    <c:v>2022</c:v>
                  </c:pt>
                  <c:pt idx="616">
                    <c:v>2022</c:v>
                  </c:pt>
                  <c:pt idx="617">
                    <c:v>2022</c:v>
                  </c:pt>
                  <c:pt idx="618">
                    <c:v>2022</c:v>
                  </c:pt>
                  <c:pt idx="619">
                    <c:v>2023</c:v>
                  </c:pt>
                  <c:pt idx="620">
                    <c:v>2023</c:v>
                  </c:pt>
                  <c:pt idx="621">
                    <c:v>2023</c:v>
                  </c:pt>
                  <c:pt idx="622">
                    <c:v>2023</c:v>
                  </c:pt>
                  <c:pt idx="623">
                    <c:v>2023</c:v>
                  </c:pt>
                  <c:pt idx="624">
                    <c:v>2023</c:v>
                  </c:pt>
                  <c:pt idx="625">
                    <c:v>2023</c:v>
                  </c:pt>
                  <c:pt idx="626">
                    <c:v>2023</c:v>
                  </c:pt>
                  <c:pt idx="627">
                    <c:v>2023</c:v>
                  </c:pt>
                  <c:pt idx="628">
                    <c:v>2023</c:v>
                  </c:pt>
                  <c:pt idx="629">
                    <c:v>2023</c:v>
                  </c:pt>
                  <c:pt idx="630">
                    <c:v>2023</c:v>
                  </c:pt>
                  <c:pt idx="631">
                    <c:v>2023</c:v>
                  </c:pt>
                  <c:pt idx="632">
                    <c:v>2023</c:v>
                  </c:pt>
                  <c:pt idx="633">
                    <c:v>2023</c:v>
                  </c:pt>
                  <c:pt idx="634">
                    <c:v>2023</c:v>
                  </c:pt>
                  <c:pt idx="635">
                    <c:v>2023</c:v>
                  </c:pt>
                  <c:pt idx="636">
                    <c:v>2023</c:v>
                  </c:pt>
                  <c:pt idx="637">
                    <c:v>2023</c:v>
                  </c:pt>
                  <c:pt idx="638">
                    <c:v>2023</c:v>
                  </c:pt>
                  <c:pt idx="639">
                    <c:v>2023</c:v>
                  </c:pt>
                  <c:pt idx="640">
                    <c:v>2023</c:v>
                  </c:pt>
                  <c:pt idx="641">
                    <c:v>2023</c:v>
                  </c:pt>
                  <c:pt idx="642">
                    <c:v>2023</c:v>
                  </c:pt>
                  <c:pt idx="643">
                    <c:v>2023</c:v>
                  </c:pt>
                  <c:pt idx="644">
                    <c:v>2023</c:v>
                  </c:pt>
                  <c:pt idx="645">
                    <c:v>2023</c:v>
                  </c:pt>
                  <c:pt idx="646">
                    <c:v>2023</c:v>
                  </c:pt>
                  <c:pt idx="647">
                    <c:v>2023</c:v>
                  </c:pt>
                  <c:pt idx="648">
                    <c:v>2023</c:v>
                  </c:pt>
                  <c:pt idx="649">
                    <c:v>2023</c:v>
                  </c:pt>
                  <c:pt idx="650">
                    <c:v>2023</c:v>
                  </c:pt>
                  <c:pt idx="651">
                    <c:v>2023</c:v>
                  </c:pt>
                  <c:pt idx="652">
                    <c:v>2023</c:v>
                  </c:pt>
                  <c:pt idx="653">
                    <c:v>2023</c:v>
                  </c:pt>
                  <c:pt idx="654">
                    <c:v>2023</c:v>
                  </c:pt>
                  <c:pt idx="655">
                    <c:v>2023</c:v>
                  </c:pt>
                  <c:pt idx="656">
                    <c:v>2023</c:v>
                  </c:pt>
                  <c:pt idx="657">
                    <c:v>2023</c:v>
                  </c:pt>
                  <c:pt idx="658">
                    <c:v>2023</c:v>
                  </c:pt>
                  <c:pt idx="659">
                    <c:v>2023</c:v>
                  </c:pt>
                  <c:pt idx="660">
                    <c:v>2023</c:v>
                  </c:pt>
                  <c:pt idx="661">
                    <c:v>2023</c:v>
                  </c:pt>
                  <c:pt idx="662">
                    <c:v>2023</c:v>
                  </c:pt>
                  <c:pt idx="663">
                    <c:v>2023</c:v>
                  </c:pt>
                  <c:pt idx="664">
                    <c:v>2023</c:v>
                  </c:pt>
                  <c:pt idx="665">
                    <c:v>2023</c:v>
                  </c:pt>
                  <c:pt idx="666">
                    <c:v>2023</c:v>
                  </c:pt>
                  <c:pt idx="667">
                    <c:v>2023</c:v>
                  </c:pt>
                  <c:pt idx="668">
                    <c:v>2023</c:v>
                  </c:pt>
                  <c:pt idx="669">
                    <c:v>2023</c:v>
                  </c:pt>
                  <c:pt idx="670">
                    <c:v>2023</c:v>
                  </c:pt>
                  <c:pt idx="671">
                    <c:v>2024</c:v>
                  </c:pt>
                  <c:pt idx="672">
                    <c:v>2024</c:v>
                  </c:pt>
                  <c:pt idx="673">
                    <c:v>2024</c:v>
                  </c:pt>
                  <c:pt idx="674">
                    <c:v>2024</c:v>
                  </c:pt>
                  <c:pt idx="675">
                    <c:v>2024</c:v>
                  </c:pt>
                  <c:pt idx="676">
                    <c:v>2024</c:v>
                  </c:pt>
                  <c:pt idx="677">
                    <c:v>2024</c:v>
                  </c:pt>
                  <c:pt idx="678">
                    <c:v>2024</c:v>
                  </c:pt>
                  <c:pt idx="679">
                    <c:v>2024</c:v>
                  </c:pt>
                  <c:pt idx="680">
                    <c:v>2024</c:v>
                  </c:pt>
                  <c:pt idx="681">
                    <c:v>2024</c:v>
                  </c:pt>
                  <c:pt idx="682">
                    <c:v>2024</c:v>
                  </c:pt>
                  <c:pt idx="683">
                    <c:v>2024</c:v>
                  </c:pt>
                  <c:pt idx="684">
                    <c:v>2024</c:v>
                  </c:pt>
                  <c:pt idx="685">
                    <c:v>2024</c:v>
                  </c:pt>
                  <c:pt idx="686">
                    <c:v>2024</c:v>
                  </c:pt>
                  <c:pt idx="687">
                    <c:v>2024</c:v>
                  </c:pt>
                  <c:pt idx="688">
                    <c:v>2024</c:v>
                  </c:pt>
                  <c:pt idx="689">
                    <c:v>2024</c:v>
                  </c:pt>
                  <c:pt idx="690">
                    <c:v>2024</c:v>
                  </c:pt>
                  <c:pt idx="691">
                    <c:v>2024</c:v>
                  </c:pt>
                  <c:pt idx="692">
                    <c:v>2024</c:v>
                  </c:pt>
                  <c:pt idx="693">
                    <c:v>2024</c:v>
                  </c:pt>
                  <c:pt idx="694">
                    <c:v>2024</c:v>
                  </c:pt>
                  <c:pt idx="695">
                    <c:v>2024</c:v>
                  </c:pt>
                  <c:pt idx="696">
                    <c:v>2024</c:v>
                  </c:pt>
                  <c:pt idx="697">
                    <c:v>2024</c:v>
                  </c:pt>
                  <c:pt idx="698">
                    <c:v>2024</c:v>
                  </c:pt>
                  <c:pt idx="699">
                    <c:v>2024</c:v>
                  </c:pt>
                  <c:pt idx="700">
                    <c:v>2024</c:v>
                  </c:pt>
                  <c:pt idx="701">
                    <c:v>2024</c:v>
                  </c:pt>
                  <c:pt idx="702">
                    <c:v>2024</c:v>
                  </c:pt>
                  <c:pt idx="703">
                    <c:v>2024</c:v>
                  </c:pt>
                  <c:pt idx="704">
                    <c:v>2024</c:v>
                  </c:pt>
                  <c:pt idx="705">
                    <c:v>2024</c:v>
                  </c:pt>
                  <c:pt idx="706">
                    <c:v>2024</c:v>
                  </c:pt>
                  <c:pt idx="707">
                    <c:v>2024</c:v>
                  </c:pt>
                  <c:pt idx="708">
                    <c:v>2024</c:v>
                  </c:pt>
                  <c:pt idx="709">
                    <c:v>2024</c:v>
                  </c:pt>
                  <c:pt idx="710">
                    <c:v>2024</c:v>
                  </c:pt>
                  <c:pt idx="711">
                    <c:v>2024</c:v>
                  </c:pt>
                  <c:pt idx="712">
                    <c:v>2024</c:v>
                  </c:pt>
                  <c:pt idx="713">
                    <c:v>2024</c:v>
                  </c:pt>
                  <c:pt idx="714">
                    <c:v>2024</c:v>
                  </c:pt>
                  <c:pt idx="715">
                    <c:v>2024</c:v>
                  </c:pt>
                  <c:pt idx="716">
                    <c:v>2024</c:v>
                  </c:pt>
                  <c:pt idx="717">
                    <c:v>2024</c:v>
                  </c:pt>
                  <c:pt idx="718">
                    <c:v>2024</c:v>
                  </c:pt>
                  <c:pt idx="719">
                    <c:v>2024</c:v>
                  </c:pt>
                  <c:pt idx="720">
                    <c:v>2024</c:v>
                  </c:pt>
                  <c:pt idx="721">
                    <c:v>2024</c:v>
                  </c:pt>
                  <c:pt idx="722">
                    <c:v>2024</c:v>
                  </c:pt>
                  <c:pt idx="723">
                    <c:v>2024</c:v>
                  </c:pt>
                  <c:pt idx="724">
                    <c:v>2025</c:v>
                  </c:pt>
                  <c:pt idx="725">
                    <c:v>2025</c:v>
                  </c:pt>
                  <c:pt idx="726">
                    <c:v>2025</c:v>
                  </c:pt>
                  <c:pt idx="727">
                    <c:v>2025</c:v>
                  </c:pt>
                  <c:pt idx="728">
                    <c:v>2025</c:v>
                  </c:pt>
                  <c:pt idx="729">
                    <c:v>2025</c:v>
                  </c:pt>
                  <c:pt idx="730">
                    <c:v>2025</c:v>
                  </c:pt>
                  <c:pt idx="731">
                    <c:v>2025</c:v>
                  </c:pt>
                  <c:pt idx="732">
                    <c:v>2025</c:v>
                  </c:pt>
                  <c:pt idx="733">
                    <c:v>2025</c:v>
                  </c:pt>
                  <c:pt idx="734">
                    <c:v>2025</c:v>
                  </c:pt>
                  <c:pt idx="735">
                    <c:v>2025</c:v>
                  </c:pt>
                  <c:pt idx="736">
                    <c:v>2025</c:v>
                  </c:pt>
                  <c:pt idx="737">
                    <c:v>2025</c:v>
                  </c:pt>
                  <c:pt idx="738">
                    <c:v>2025</c:v>
                  </c:pt>
                  <c:pt idx="739">
                    <c:v>2025</c:v>
                  </c:pt>
                  <c:pt idx="740">
                    <c:v>2025</c:v>
                  </c:pt>
                  <c:pt idx="741">
                    <c:v>2025</c:v>
                  </c:pt>
                  <c:pt idx="742">
                    <c:v>2025</c:v>
                  </c:pt>
                  <c:pt idx="743">
                    <c:v>2025</c:v>
                  </c:pt>
                  <c:pt idx="744">
                    <c:v>2025</c:v>
                  </c:pt>
                  <c:pt idx="745">
                    <c:v>2025</c:v>
                  </c:pt>
                  <c:pt idx="746">
                    <c:v>2025</c:v>
                  </c:pt>
                  <c:pt idx="747">
                    <c:v>2025</c:v>
                  </c:pt>
                  <c:pt idx="748">
                    <c:v>2025</c:v>
                  </c:pt>
                  <c:pt idx="749">
                    <c:v>2025</c:v>
                  </c:pt>
                  <c:pt idx="750">
                    <c:v>2025</c:v>
                  </c:pt>
                  <c:pt idx="751">
                    <c:v>2025</c:v>
                  </c:pt>
                  <c:pt idx="752">
                    <c:v>2025</c:v>
                  </c:pt>
                  <c:pt idx="753">
                    <c:v>2025</c:v>
                  </c:pt>
                  <c:pt idx="754">
                    <c:v>2025</c:v>
                  </c:pt>
                  <c:pt idx="755">
                    <c:v>2025</c:v>
                  </c:pt>
                  <c:pt idx="756">
                    <c:v>2025</c:v>
                  </c:pt>
                  <c:pt idx="757">
                    <c:v>2025</c:v>
                  </c:pt>
                  <c:pt idx="758">
                    <c:v>2025</c:v>
                  </c:pt>
                  <c:pt idx="759">
                    <c:v>2025</c:v>
                  </c:pt>
                  <c:pt idx="760">
                    <c:v>2025</c:v>
                  </c:pt>
                  <c:pt idx="761">
                    <c:v>2025</c:v>
                  </c:pt>
                  <c:pt idx="762">
                    <c:v>2025</c:v>
                  </c:pt>
                  <c:pt idx="763">
                    <c:v>2025</c:v>
                  </c:pt>
                  <c:pt idx="764">
                    <c:v>2025</c:v>
                  </c:pt>
                  <c:pt idx="765">
                    <c:v>2025</c:v>
                  </c:pt>
                  <c:pt idx="766">
                    <c:v>2025</c:v>
                  </c:pt>
                  <c:pt idx="767">
                    <c:v>2025</c:v>
                  </c:pt>
                  <c:pt idx="768">
                    <c:v>2025</c:v>
                  </c:pt>
                  <c:pt idx="769">
                    <c:v>2025</c:v>
                  </c:pt>
                  <c:pt idx="770">
                    <c:v>2025</c:v>
                  </c:pt>
                  <c:pt idx="771">
                    <c:v>2025</c:v>
                  </c:pt>
                  <c:pt idx="772">
                    <c:v>2025</c:v>
                  </c:pt>
                  <c:pt idx="773">
                    <c:v>2025</c:v>
                  </c:pt>
                  <c:pt idx="774">
                    <c:v>2025</c:v>
                  </c:pt>
                  <c:pt idx="775">
                    <c:v>2025</c:v>
                  </c:pt>
                  <c:pt idx="776">
                    <c:v>2026</c:v>
                  </c:pt>
                  <c:pt idx="777">
                    <c:v>2026</c:v>
                  </c:pt>
                  <c:pt idx="778">
                    <c:v>2026</c:v>
                  </c:pt>
                  <c:pt idx="779">
                    <c:v>2026</c:v>
                  </c:pt>
                  <c:pt idx="780">
                    <c:v>2026</c:v>
                  </c:pt>
                  <c:pt idx="781">
                    <c:v>2026</c:v>
                  </c:pt>
                  <c:pt idx="782">
                    <c:v>2026</c:v>
                  </c:pt>
                  <c:pt idx="783">
                    <c:v>2026</c:v>
                  </c:pt>
                  <c:pt idx="784">
                    <c:v>2026</c:v>
                  </c:pt>
                  <c:pt idx="785">
                    <c:v>2026</c:v>
                  </c:pt>
                  <c:pt idx="786">
                    <c:v>2026</c:v>
                  </c:pt>
                  <c:pt idx="787">
                    <c:v>2026</c:v>
                  </c:pt>
                  <c:pt idx="788">
                    <c:v>2026</c:v>
                  </c:pt>
                  <c:pt idx="789">
                    <c:v>2026</c:v>
                  </c:pt>
                  <c:pt idx="790">
                    <c:v>2026</c:v>
                  </c:pt>
                  <c:pt idx="791">
                    <c:v>2026</c:v>
                  </c:pt>
                  <c:pt idx="792">
                    <c:v>2026</c:v>
                  </c:pt>
                  <c:pt idx="793">
                    <c:v>2026</c:v>
                  </c:pt>
                  <c:pt idx="794">
                    <c:v>2026</c:v>
                  </c:pt>
                  <c:pt idx="795">
                    <c:v>2026</c:v>
                  </c:pt>
                  <c:pt idx="796">
                    <c:v>2026</c:v>
                  </c:pt>
                  <c:pt idx="797">
                    <c:v>2026</c:v>
                  </c:pt>
                  <c:pt idx="798">
                    <c:v>2026</c:v>
                  </c:pt>
                  <c:pt idx="799">
                    <c:v>2026</c:v>
                  </c:pt>
                  <c:pt idx="800">
                    <c:v>2026</c:v>
                  </c:pt>
                  <c:pt idx="801">
                    <c:v>2026</c:v>
                  </c:pt>
                  <c:pt idx="802">
                    <c:v>2026</c:v>
                  </c:pt>
                  <c:pt idx="803">
                    <c:v>2026</c:v>
                  </c:pt>
                  <c:pt idx="804">
                    <c:v>2026</c:v>
                  </c:pt>
                  <c:pt idx="805">
                    <c:v>2026</c:v>
                  </c:pt>
                  <c:pt idx="806">
                    <c:v>2026</c:v>
                  </c:pt>
                  <c:pt idx="807">
                    <c:v>2026</c:v>
                  </c:pt>
                  <c:pt idx="808">
                    <c:v>2026</c:v>
                  </c:pt>
                </c:lvl>
              </c:multiLvlStrCache>
            </c:multiLvlStrRef>
          </c:cat>
          <c:val>
            <c:numRef>
              <c:f>Sheet1!$B$2:$B$810</c:f>
              <c:numCache>
                <c:formatCode>General</c:formatCode>
                <c:ptCount val="809"/>
                <c:pt idx="0">
                  <c:v>0.2131</c:v>
                </c:pt>
                <c:pt idx="1">
                  <c:v>0.2553</c:v>
                </c:pt>
                <c:pt idx="2">
                  <c:v>0.1388</c:v>
                </c:pt>
                <c:pt idx="3">
                  <c:v>0.1658</c:v>
                </c:pt>
                <c:pt idx="4">
                  <c:v>0.2137</c:v>
                </c:pt>
                <c:pt idx="5">
                  <c:v>0.2984</c:v>
                </c:pt>
                <c:pt idx="6">
                  <c:v>0.1872</c:v>
                </c:pt>
                <c:pt idx="7">
                  <c:v>0.2169</c:v>
                </c:pt>
                <c:pt idx="8">
                  <c:v>0.2324</c:v>
                </c:pt>
                <c:pt idx="9">
                  <c:v>0.2253</c:v>
                </c:pt>
                <c:pt idx="10">
                  <c:v>0.1316</c:v>
                </c:pt>
                <c:pt idx="11">
                  <c:v>0.2284</c:v>
                </c:pt>
                <c:pt idx="12">
                  <c:v>0.3918</c:v>
                </c:pt>
                <c:pt idx="13">
                  <c:v>0.3007</c:v>
                </c:pt>
                <c:pt idx="14">
                  <c:v>0.1767</c:v>
                </c:pt>
                <c:pt idx="15">
                  <c:v>0.1357</c:v>
                </c:pt>
                <c:pt idx="16">
                  <c:v>0.1919</c:v>
                </c:pt>
                <c:pt idx="17">
                  <c:v>0.2527</c:v>
                </c:pt>
                <c:pt idx="18">
                  <c:v>0.1989</c:v>
                </c:pt>
                <c:pt idx="19">
                  <c:v>0.2316</c:v>
                </c:pt>
                <c:pt idx="20">
                  <c:v>0.1938</c:v>
                </c:pt>
                <c:pt idx="21">
                  <c:v>0.1648</c:v>
                </c:pt>
                <c:pt idx="22">
                  <c:v>0.2121</c:v>
                </c:pt>
                <c:pt idx="23">
                  <c:v>0.1661</c:v>
                </c:pt>
                <c:pt idx="24">
                  <c:v>0.1832</c:v>
                </c:pt>
                <c:pt idx="25">
                  <c:v>0.1852</c:v>
                </c:pt>
                <c:pt idx="26">
                  <c:v>0.249</c:v>
                </c:pt>
                <c:pt idx="27">
                  <c:v>0.2638</c:v>
                </c:pt>
                <c:pt idx="28">
                  <c:v>0.3126</c:v>
                </c:pt>
                <c:pt idx="29">
                  <c:v>0.2037</c:v>
                </c:pt>
                <c:pt idx="30">
                  <c:v>0.1366</c:v>
                </c:pt>
                <c:pt idx="31">
                  <c:v>0.1243</c:v>
                </c:pt>
                <c:pt idx="32">
                  <c:v>0.1692</c:v>
                </c:pt>
                <c:pt idx="33">
                  <c:v>0.1672</c:v>
                </c:pt>
                <c:pt idx="34">
                  <c:v>0.1148</c:v>
                </c:pt>
                <c:pt idx="35">
                  <c:v>0.1339</c:v>
                </c:pt>
                <c:pt idx="36">
                  <c:v>0.1892</c:v>
                </c:pt>
                <c:pt idx="37">
                  <c:v>0.147</c:v>
                </c:pt>
                <c:pt idx="38">
                  <c:v>0.1731</c:v>
                </c:pt>
                <c:pt idx="39">
                  <c:v>0.2064</c:v>
                </c:pt>
                <c:pt idx="40">
                  <c:v>0.1495</c:v>
                </c:pt>
                <c:pt idx="41">
                  <c:v>0.1763</c:v>
                </c:pt>
                <c:pt idx="42">
                  <c:v>0.2017</c:v>
                </c:pt>
                <c:pt idx="43">
                  <c:v>0.1232</c:v>
                </c:pt>
                <c:pt idx="44">
                  <c:v>0.206</c:v>
                </c:pt>
                <c:pt idx="45">
                  <c:v>0.1563</c:v>
                </c:pt>
                <c:pt idx="46">
                  <c:v>0.1814</c:v>
                </c:pt>
                <c:pt idx="47">
                  <c:v>0.2234</c:v>
                </c:pt>
                <c:pt idx="48">
                  <c:v>0.2882</c:v>
                </c:pt>
                <c:pt idx="49">
                  <c:v>0.3689</c:v>
                </c:pt>
                <c:pt idx="50">
                  <c:v>0.136</c:v>
                </c:pt>
                <c:pt idx="51">
                  <c:v>0.1119</c:v>
                </c:pt>
                <c:pt idx="52">
                  <c:v>0.2398</c:v>
                </c:pt>
                <c:pt idx="53">
                  <c:v>0.1199</c:v>
                </c:pt>
                <c:pt idx="54">
                  <c:v>0.206</c:v>
                </c:pt>
                <c:pt idx="55">
                  <c:v>0.179</c:v>
                </c:pt>
                <c:pt idx="56">
                  <c:v>0.2057</c:v>
                </c:pt>
                <c:pt idx="57">
                  <c:v>0.1111</c:v>
                </c:pt>
                <c:pt idx="58">
                  <c:v>0.1971</c:v>
                </c:pt>
                <c:pt idx="59">
                  <c:v>0.172</c:v>
                </c:pt>
                <c:pt idx="60">
                  <c:v>0.1607</c:v>
                </c:pt>
                <c:pt idx="61">
                  <c:v>0.1815</c:v>
                </c:pt>
                <c:pt idx="62">
                  <c:v>0.2582</c:v>
                </c:pt>
                <c:pt idx="63">
                  <c:v>0.1299</c:v>
                </c:pt>
                <c:pt idx="64">
                  <c:v>0.1238</c:v>
                </c:pt>
                <c:pt idx="65">
                  <c:v>0.2076</c:v>
                </c:pt>
                <c:pt idx="66">
                  <c:v>0.232</c:v>
                </c:pt>
                <c:pt idx="67">
                  <c:v>0.1147</c:v>
                </c:pt>
                <c:pt idx="68">
                  <c:v>0.2254</c:v>
                </c:pt>
                <c:pt idx="69">
                  <c:v>0.2201</c:v>
                </c:pt>
                <c:pt idx="70">
                  <c:v>0.1394</c:v>
                </c:pt>
                <c:pt idx="71">
                  <c:v>0.1733</c:v>
                </c:pt>
                <c:pt idx="72">
                  <c:v>0.197</c:v>
                </c:pt>
                <c:pt idx="73">
                  <c:v>0.1376</c:v>
                </c:pt>
                <c:pt idx="74">
                  <c:v>0.1781</c:v>
                </c:pt>
                <c:pt idx="75">
                  <c:v>0.2094</c:v>
                </c:pt>
                <c:pt idx="76">
                  <c:v>0.1069</c:v>
                </c:pt>
                <c:pt idx="77">
                  <c:v>0.2587</c:v>
                </c:pt>
                <c:pt idx="78">
                  <c:v>0.2225</c:v>
                </c:pt>
                <c:pt idx="79">
                  <c:v>0.1765</c:v>
                </c:pt>
                <c:pt idx="80">
                  <c:v>0.223</c:v>
                </c:pt>
                <c:pt idx="81">
                  <c:v>0.1111</c:v>
                </c:pt>
                <c:pt idx="82">
                  <c:v>0.132</c:v>
                </c:pt>
                <c:pt idx="83">
                  <c:v>0.126</c:v>
                </c:pt>
                <c:pt idx="84">
                  <c:v>0.1065</c:v>
                </c:pt>
                <c:pt idx="85">
                  <c:v>0.086</c:v>
                </c:pt>
                <c:pt idx="86">
                  <c:v>0.1658</c:v>
                </c:pt>
                <c:pt idx="87">
                  <c:v>0.1961</c:v>
                </c:pt>
                <c:pt idx="88">
                  <c:v>0.1269</c:v>
                </c:pt>
                <c:pt idx="89">
                  <c:v>0.135</c:v>
                </c:pt>
                <c:pt idx="90">
                  <c:v>0.1364</c:v>
                </c:pt>
                <c:pt idx="91">
                  <c:v>0.1146</c:v>
                </c:pt>
                <c:pt idx="92">
                  <c:v>0.0876</c:v>
                </c:pt>
                <c:pt idx="93">
                  <c:v>0.1085</c:v>
                </c:pt>
                <c:pt idx="94">
                  <c:v>0.0734</c:v>
                </c:pt>
                <c:pt idx="95">
                  <c:v>0.1186</c:v>
                </c:pt>
                <c:pt idx="96">
                  <c:v>0.1172</c:v>
                </c:pt>
                <c:pt idx="97">
                  <c:v>0.1754</c:v>
                </c:pt>
                <c:pt idx="98">
                  <c:v>0.1878</c:v>
                </c:pt>
                <c:pt idx="99">
                  <c:v>0.2041</c:v>
                </c:pt>
                <c:pt idx="100">
                  <c:v>0.2634</c:v>
                </c:pt>
                <c:pt idx="101">
                  <c:v>0.1823</c:v>
                </c:pt>
                <c:pt idx="102">
                  <c:v>0.1172</c:v>
                </c:pt>
                <c:pt idx="103">
                  <c:v>0.1432</c:v>
                </c:pt>
                <c:pt idx="104">
                  <c:v>0.1358</c:v>
                </c:pt>
                <c:pt idx="105">
                  <c:v>0.1208</c:v>
                </c:pt>
                <c:pt idx="106">
                  <c:v>0.1468</c:v>
                </c:pt>
                <c:pt idx="107">
                  <c:v>0.1572</c:v>
                </c:pt>
                <c:pt idx="108">
                  <c:v>0.1668</c:v>
                </c:pt>
                <c:pt idx="109">
                  <c:v>0.2667</c:v>
                </c:pt>
                <c:pt idx="110">
                  <c:v>0.1988</c:v>
                </c:pt>
                <c:pt idx="111">
                  <c:v>0.2111</c:v>
                </c:pt>
                <c:pt idx="112">
                  <c:v>0.1735</c:v>
                </c:pt>
                <c:pt idx="113">
                  <c:v>0.1047</c:v>
                </c:pt>
                <c:pt idx="114">
                  <c:v>0.0898</c:v>
                </c:pt>
                <c:pt idx="115">
                  <c:v>0.1615</c:v>
                </c:pt>
                <c:pt idx="116">
                  <c:v>0.1475</c:v>
                </c:pt>
                <c:pt idx="117">
                  <c:v>0.1502</c:v>
                </c:pt>
                <c:pt idx="118">
                  <c:v>0.0826</c:v>
                </c:pt>
                <c:pt idx="119">
                  <c:v>0.1514</c:v>
                </c:pt>
                <c:pt idx="120">
                  <c:v>0.1997</c:v>
                </c:pt>
                <c:pt idx="121">
                  <c:v>0.1422</c:v>
                </c:pt>
                <c:pt idx="122">
                  <c:v>0.0972</c:v>
                </c:pt>
                <c:pt idx="123">
                  <c:v>0.176</c:v>
                </c:pt>
                <c:pt idx="124">
                  <c:v>0.1621</c:v>
                </c:pt>
                <c:pt idx="125">
                  <c:v>0.1889</c:v>
                </c:pt>
                <c:pt idx="126">
                  <c:v>0.1905</c:v>
                </c:pt>
                <c:pt idx="127">
                  <c:v>0.1308</c:v>
                </c:pt>
                <c:pt idx="128">
                  <c:v>0.2395</c:v>
                </c:pt>
                <c:pt idx="129">
                  <c:v>0.1769</c:v>
                </c:pt>
                <c:pt idx="130">
                  <c:v>0.1951</c:v>
                </c:pt>
                <c:pt idx="131">
                  <c:v>0.119</c:v>
                </c:pt>
                <c:pt idx="132">
                  <c:v>0.1123</c:v>
                </c:pt>
                <c:pt idx="133">
                  <c:v>0.0954</c:v>
                </c:pt>
                <c:pt idx="134">
                  <c:v>0.1201</c:v>
                </c:pt>
                <c:pt idx="135">
                  <c:v>0.1082</c:v>
                </c:pt>
                <c:pt idx="136">
                  <c:v>0.1183</c:v>
                </c:pt>
                <c:pt idx="137">
                  <c:v>0.2503</c:v>
                </c:pt>
                <c:pt idx="138">
                  <c:v>0.2787</c:v>
                </c:pt>
                <c:pt idx="139">
                  <c:v>0.4715</c:v>
                </c:pt>
                <c:pt idx="140">
                  <c:v>0.3857</c:v>
                </c:pt>
                <c:pt idx="141">
                  <c:v>0.2655</c:v>
                </c:pt>
                <c:pt idx="142">
                  <c:v>0.1391</c:v>
                </c:pt>
                <c:pt idx="143">
                  <c:v>0.1496</c:v>
                </c:pt>
                <c:pt idx="144">
                  <c:v>0.1519</c:v>
                </c:pt>
                <c:pt idx="145">
                  <c:v>0.1318</c:v>
                </c:pt>
                <c:pt idx="146">
                  <c:v>0.1306</c:v>
                </c:pt>
                <c:pt idx="147">
                  <c:v>0.1003</c:v>
                </c:pt>
                <c:pt idx="148">
                  <c:v>0.1262</c:v>
                </c:pt>
                <c:pt idx="149">
                  <c:v>0.1501</c:v>
                </c:pt>
                <c:pt idx="150">
                  <c:v>0.1436</c:v>
                </c:pt>
                <c:pt idx="151">
                  <c:v>0.1894</c:v>
                </c:pt>
                <c:pt idx="152">
                  <c:v>0.1082</c:v>
                </c:pt>
                <c:pt idx="153">
                  <c:v>0.1706</c:v>
                </c:pt>
                <c:pt idx="154">
                  <c:v>0.1733</c:v>
                </c:pt>
                <c:pt idx="155">
                  <c:v>0.1136</c:v>
                </c:pt>
                <c:pt idx="156">
                  <c:v>0.1385</c:v>
                </c:pt>
                <c:pt idx="157">
                  <c:v>0.1461</c:v>
                </c:pt>
                <c:pt idx="158">
                  <c:v>0.1291</c:v>
                </c:pt>
                <c:pt idx="159">
                  <c:v>0.1155</c:v>
                </c:pt>
                <c:pt idx="160">
                  <c:v>0.1515</c:v>
                </c:pt>
                <c:pt idx="161">
                  <c:v>0.1642</c:v>
                </c:pt>
                <c:pt idx="162">
                  <c:v>0.1502</c:v>
                </c:pt>
                <c:pt idx="163">
                  <c:v>0.0871</c:v>
                </c:pt>
                <c:pt idx="164">
                  <c:v>0.1347</c:v>
                </c:pt>
                <c:pt idx="165">
                  <c:v>0.1755</c:v>
                </c:pt>
                <c:pt idx="166">
                  <c:v>0.2012</c:v>
                </c:pt>
                <c:pt idx="167">
                  <c:v>0.1087</c:v>
                </c:pt>
                <c:pt idx="168">
                  <c:v>0.1017</c:v>
                </c:pt>
                <c:pt idx="169">
                  <c:v>0.1514</c:v>
                </c:pt>
                <c:pt idx="170">
                  <c:v>0.1428</c:v>
                </c:pt>
                <c:pt idx="171">
                  <c:v>0.1299</c:v>
                </c:pt>
                <c:pt idx="172">
                  <c:v>0.1691</c:v>
                </c:pt>
                <c:pt idx="173">
                  <c:v>0.1483</c:v>
                </c:pt>
                <c:pt idx="174">
                  <c:v>0.1161</c:v>
                </c:pt>
                <c:pt idx="175">
                  <c:v>0.1439</c:v>
                </c:pt>
                <c:pt idx="176">
                  <c:v>0.1564</c:v>
                </c:pt>
                <c:pt idx="177">
                  <c:v>0.1561</c:v>
                </c:pt>
                <c:pt idx="178">
                  <c:v>0.1514</c:v>
                </c:pt>
                <c:pt idx="179">
                  <c:v>0.1853</c:v>
                </c:pt>
                <c:pt idx="180">
                  <c:v>0.1606</c:v>
                </c:pt>
                <c:pt idx="181">
                  <c:v>0.165</c:v>
                </c:pt>
                <c:pt idx="182">
                  <c:v>0.2476</c:v>
                </c:pt>
                <c:pt idx="183">
                  <c:v>0.1104</c:v>
                </c:pt>
                <c:pt idx="184">
                  <c:v>0.1118</c:v>
                </c:pt>
                <c:pt idx="185">
                  <c:v>0.1168</c:v>
                </c:pt>
                <c:pt idx="186">
                  <c:v>0.1265</c:v>
                </c:pt>
                <c:pt idx="187">
                  <c:v>0.1064</c:v>
                </c:pt>
                <c:pt idx="188">
                  <c:v>0.1704</c:v>
                </c:pt>
                <c:pt idx="189">
                  <c:v>0.1639</c:v>
                </c:pt>
                <c:pt idx="190">
                  <c:v>0.1133</c:v>
                </c:pt>
                <c:pt idx="191">
                  <c:v>0.1294</c:v>
                </c:pt>
                <c:pt idx="192">
                  <c:v>0.1127</c:v>
                </c:pt>
                <c:pt idx="193">
                  <c:v>0.1188</c:v>
                </c:pt>
                <c:pt idx="194">
                  <c:v>0.1199</c:v>
                </c:pt>
                <c:pt idx="195">
                  <c:v>0.1242</c:v>
                </c:pt>
                <c:pt idx="196">
                  <c:v>0.0914</c:v>
                </c:pt>
                <c:pt idx="197">
                  <c:v>0.1595</c:v>
                </c:pt>
                <c:pt idx="198">
                  <c:v>0.1379</c:v>
                </c:pt>
                <c:pt idx="199">
                  <c:v>0.1466</c:v>
                </c:pt>
                <c:pt idx="200">
                  <c:v>0.1867</c:v>
                </c:pt>
                <c:pt idx="201">
                  <c:v>0.1024</c:v>
                </c:pt>
                <c:pt idx="202">
                  <c:v>0.113</c:v>
                </c:pt>
                <c:pt idx="203">
                  <c:v>0.0803</c:v>
                </c:pt>
                <c:pt idx="204">
                  <c:v>0.151</c:v>
                </c:pt>
                <c:pt idx="205">
                  <c:v>0.1832</c:v>
                </c:pt>
                <c:pt idx="206">
                  <c:v>0.1498</c:v>
                </c:pt>
                <c:pt idx="207">
                  <c:v>0.1801</c:v>
                </c:pt>
                <c:pt idx="208">
                  <c:v>0.1849</c:v>
                </c:pt>
                <c:pt idx="209">
                  <c:v>0.1398</c:v>
                </c:pt>
                <c:pt idx="210">
                  <c:v>0.2442</c:v>
                </c:pt>
                <c:pt idx="211">
                  <c:v>0.1411</c:v>
                </c:pt>
                <c:pt idx="212">
                  <c:v>0.1603</c:v>
                </c:pt>
                <c:pt idx="213">
                  <c:v>0.1544</c:v>
                </c:pt>
                <c:pt idx="214">
                  <c:v>0.1698</c:v>
                </c:pt>
                <c:pt idx="215">
                  <c:v>0.1099</c:v>
                </c:pt>
                <c:pt idx="216">
                  <c:v>0.0951</c:v>
                </c:pt>
                <c:pt idx="217">
                  <c:v>0.1796</c:v>
                </c:pt>
                <c:pt idx="218">
                  <c:v>0.1493</c:v>
                </c:pt>
                <c:pt idx="219">
                  <c:v>0.1553</c:v>
                </c:pt>
                <c:pt idx="220">
                  <c:v>0.113</c:v>
                </c:pt>
                <c:pt idx="221">
                  <c:v>0.1765</c:v>
                </c:pt>
                <c:pt idx="222">
                  <c:v>0.1681</c:v>
                </c:pt>
                <c:pt idx="223">
                  <c:v>0.0977</c:v>
                </c:pt>
                <c:pt idx="224">
                  <c:v>0.1848</c:v>
                </c:pt>
                <c:pt idx="225">
                  <c:v>0.2052</c:v>
                </c:pt>
                <c:pt idx="226">
                  <c:v>0.1569</c:v>
                </c:pt>
                <c:pt idx="227">
                  <c:v>0.1646</c:v>
                </c:pt>
                <c:pt idx="228">
                  <c:v>0.1415</c:v>
                </c:pt>
                <c:pt idx="229">
                  <c:v>0.1888</c:v>
                </c:pt>
                <c:pt idx="230">
                  <c:v>0.1352</c:v>
                </c:pt>
                <c:pt idx="231">
                  <c:v>0.1846</c:v>
                </c:pt>
                <c:pt idx="232">
                  <c:v>0.1721</c:v>
                </c:pt>
                <c:pt idx="233">
                  <c:v>0.1528</c:v>
                </c:pt>
                <c:pt idx="234">
                  <c:v>0.0998</c:v>
                </c:pt>
                <c:pt idx="235">
                  <c:v>0.1053</c:v>
                </c:pt>
                <c:pt idx="236">
                  <c:v>0.1263</c:v>
                </c:pt>
                <c:pt idx="237">
                  <c:v>0.1279</c:v>
                </c:pt>
                <c:pt idx="238">
                  <c:v>0.1691</c:v>
                </c:pt>
                <c:pt idx="239">
                  <c:v>0.2094</c:v>
                </c:pt>
                <c:pt idx="240">
                  <c:v>0.1353</c:v>
                </c:pt>
                <c:pt idx="241">
                  <c:v>0.2115</c:v>
                </c:pt>
                <c:pt idx="242">
                  <c:v>0.218</c:v>
                </c:pt>
                <c:pt idx="243">
                  <c:v>0.1498</c:v>
                </c:pt>
                <c:pt idx="244">
                  <c:v>0.2147</c:v>
                </c:pt>
                <c:pt idx="245">
                  <c:v>0.1591</c:v>
                </c:pt>
                <c:pt idx="246">
                  <c:v>0.19</c:v>
                </c:pt>
                <c:pt idx="247">
                  <c:v>0.1291</c:v>
                </c:pt>
                <c:pt idx="248">
                  <c:v>0.2121</c:v>
                </c:pt>
                <c:pt idx="249">
                  <c:v>0.1311</c:v>
                </c:pt>
                <c:pt idx="250">
                  <c:v>0.1694</c:v>
                </c:pt>
                <c:pt idx="251">
                  <c:v>0.208</c:v>
                </c:pt>
                <c:pt idx="252">
                  <c:v>0.1842</c:v>
                </c:pt>
                <c:pt idx="253">
                  <c:v>0.1115</c:v>
                </c:pt>
                <c:pt idx="254">
                  <c:v>0.1166</c:v>
                </c:pt>
                <c:pt idx="255">
                  <c:v>0.2615</c:v>
                </c:pt>
                <c:pt idx="256">
                  <c:v>0.1428</c:v>
                </c:pt>
                <c:pt idx="257">
                  <c:v>0.1605</c:v>
                </c:pt>
                <c:pt idx="258">
                  <c:v>0.1604</c:v>
                </c:pt>
                <c:pt idx="259">
                  <c:v>0.136</c:v>
                </c:pt>
                <c:pt idx="260">
                  <c:v>0.1364</c:v>
                </c:pt>
                <c:pt idx="261">
                  <c:v>0.1192</c:v>
                </c:pt>
                <c:pt idx="262">
                  <c:v>0.1648</c:v>
                </c:pt>
                <c:pt idx="263">
                  <c:v>0.1579</c:v>
                </c:pt>
                <c:pt idx="264">
                  <c:v>0.1336</c:v>
                </c:pt>
                <c:pt idx="265">
                  <c:v>0.1826</c:v>
                </c:pt>
                <c:pt idx="266">
                  <c:v>0.1646</c:v>
                </c:pt>
                <c:pt idx="267">
                  <c:v>0.1452</c:v>
                </c:pt>
                <c:pt idx="268">
                  <c:v>0.1622</c:v>
                </c:pt>
                <c:pt idx="269">
                  <c:v>0.1951</c:v>
                </c:pt>
                <c:pt idx="270">
                  <c:v>0.1492</c:v>
                </c:pt>
                <c:pt idx="271">
                  <c:v>0.1737</c:v>
                </c:pt>
                <c:pt idx="272">
                  <c:v>0.1376</c:v>
                </c:pt>
                <c:pt idx="273">
                  <c:v>0.1598</c:v>
                </c:pt>
                <c:pt idx="274">
                  <c:v>0.2292</c:v>
                </c:pt>
                <c:pt idx="275">
                  <c:v>0.2068</c:v>
                </c:pt>
                <c:pt idx="276">
                  <c:v>0.1454</c:v>
                </c:pt>
                <c:pt idx="277">
                  <c:v>0.2163</c:v>
                </c:pt>
                <c:pt idx="278">
                  <c:v>0.2547</c:v>
                </c:pt>
                <c:pt idx="279">
                  <c:v>0.3644</c:v>
                </c:pt>
                <c:pt idx="280">
                  <c:v>0.3065</c:v>
                </c:pt>
                <c:pt idx="281">
                  <c:v>0.3082</c:v>
                </c:pt>
                <c:pt idx="282">
                  <c:v>0.2982</c:v>
                </c:pt>
                <c:pt idx="283">
                  <c:v>0.1612</c:v>
                </c:pt>
                <c:pt idx="284">
                  <c:v>0.1179</c:v>
                </c:pt>
                <c:pt idx="285">
                  <c:v>0.1856</c:v>
                </c:pt>
                <c:pt idx="286">
                  <c:v>0.1466</c:v>
                </c:pt>
                <c:pt idx="287">
                  <c:v>0.1485</c:v>
                </c:pt>
                <c:pt idx="288">
                  <c:v>0.1296</c:v>
                </c:pt>
                <c:pt idx="289">
                  <c:v>0.1815</c:v>
                </c:pt>
                <c:pt idx="290">
                  <c:v>0.2282</c:v>
                </c:pt>
                <c:pt idx="291">
                  <c:v>0.2112</c:v>
                </c:pt>
                <c:pt idx="292">
                  <c:v>0.2341</c:v>
                </c:pt>
                <c:pt idx="293">
                  <c:v>0.185</c:v>
                </c:pt>
                <c:pt idx="294">
                  <c:v>0.1207</c:v>
                </c:pt>
                <c:pt idx="295">
                  <c:v>0.1741</c:v>
                </c:pt>
                <c:pt idx="296">
                  <c:v>0.1516</c:v>
                </c:pt>
                <c:pt idx="297">
                  <c:v>0.1343</c:v>
                </c:pt>
                <c:pt idx="298">
                  <c:v>0.1111</c:v>
                </c:pt>
                <c:pt idx="299">
                  <c:v>0.289</c:v>
                </c:pt>
                <c:pt idx="300">
                  <c:v>0.1661</c:v>
                </c:pt>
                <c:pt idx="301">
                  <c:v>0.2144</c:v>
                </c:pt>
                <c:pt idx="302">
                  <c:v>0.2342</c:v>
                </c:pt>
                <c:pt idx="303">
                  <c:v>0.2493</c:v>
                </c:pt>
                <c:pt idx="304">
                  <c:v>0.2381</c:v>
                </c:pt>
                <c:pt idx="305">
                  <c:v>0.2841</c:v>
                </c:pt>
                <c:pt idx="306">
                  <c:v>0.393</c:v>
                </c:pt>
                <c:pt idx="307">
                  <c:v>0.3746</c:v>
                </c:pt>
                <c:pt idx="308">
                  <c:v>0.2983</c:v>
                </c:pt>
                <c:pt idx="309">
                  <c:v>0.4616</c:v>
                </c:pt>
                <c:pt idx="310">
                  <c:v>0.4685</c:v>
                </c:pt>
                <c:pt idx="311">
                  <c:v>0.4118</c:v>
                </c:pt>
                <c:pt idx="312">
                  <c:v>0.4207</c:v>
                </c:pt>
                <c:pt idx="313">
                  <c:v>0.3281</c:v>
                </c:pt>
                <c:pt idx="314">
                  <c:v>0.3844</c:v>
                </c:pt>
                <c:pt idx="315">
                  <c:v>0.4416</c:v>
                </c:pt>
                <c:pt idx="316">
                  <c:v>0.4772</c:v>
                </c:pt>
                <c:pt idx="317">
                  <c:v>0.4933</c:v>
                </c:pt>
                <c:pt idx="318">
                  <c:v>0.3939</c:v>
                </c:pt>
                <c:pt idx="319">
                  <c:v>0.3638</c:v>
                </c:pt>
                <c:pt idx="320">
                  <c:v>0.2965</c:v>
                </c:pt>
                <c:pt idx="321">
                  <c:v>0.2513</c:v>
                </c:pt>
                <c:pt idx="322">
                  <c:v>0.3973</c:v>
                </c:pt>
                <c:pt idx="323">
                  <c:v>0.4406</c:v>
                </c:pt>
                <c:pt idx="324">
                  <c:v>0.386</c:v>
                </c:pt>
                <c:pt idx="325">
                  <c:v>0.3832</c:v>
                </c:pt>
                <c:pt idx="326">
                  <c:v>0.4503</c:v>
                </c:pt>
                <c:pt idx="327">
                  <c:v>0.3311</c:v>
                </c:pt>
                <c:pt idx="328">
                  <c:v>0.3912</c:v>
                </c:pt>
                <c:pt idx="329">
                  <c:v>0.2994</c:v>
                </c:pt>
                <c:pt idx="330">
                  <c:v>0.3989</c:v>
                </c:pt>
                <c:pt idx="331">
                  <c:v>0.4297</c:v>
                </c:pt>
                <c:pt idx="332">
                  <c:v>0.3201</c:v>
                </c:pt>
                <c:pt idx="333">
                  <c:v>0.3962</c:v>
                </c:pt>
                <c:pt idx="334">
                  <c:v>0.3715</c:v>
                </c:pt>
                <c:pt idx="335">
                  <c:v>0.423</c:v>
                </c:pt>
                <c:pt idx="336">
                  <c:v>0.2556</c:v>
                </c:pt>
                <c:pt idx="337">
                  <c:v>0.3347</c:v>
                </c:pt>
                <c:pt idx="338">
                  <c:v>0.3947</c:v>
                </c:pt>
                <c:pt idx="339">
                  <c:v>0.3216</c:v>
                </c:pt>
                <c:pt idx="340">
                  <c:v>0.2595</c:v>
                </c:pt>
                <c:pt idx="341">
                  <c:v>0.2824</c:v>
                </c:pt>
                <c:pt idx="342">
                  <c:v>0.2264</c:v>
                </c:pt>
                <c:pt idx="343">
                  <c:v>0.413</c:v>
                </c:pt>
                <c:pt idx="344">
                  <c:v>0.327</c:v>
                </c:pt>
                <c:pt idx="345">
                  <c:v>0.3539</c:v>
                </c:pt>
                <c:pt idx="346">
                  <c:v>0.2959</c:v>
                </c:pt>
                <c:pt idx="347">
                  <c:v>0.2775</c:v>
                </c:pt>
                <c:pt idx="348">
                  <c:v>0.3753</c:v>
                </c:pt>
                <c:pt idx="349">
                  <c:v>0.3708</c:v>
                </c:pt>
                <c:pt idx="350">
                  <c:v>0.3655</c:v>
                </c:pt>
                <c:pt idx="351">
                  <c:v>0.4598</c:v>
                </c:pt>
                <c:pt idx="352">
                  <c:v>0.3096</c:v>
                </c:pt>
                <c:pt idx="353">
                  <c:v>0.5006</c:v>
                </c:pt>
                <c:pt idx="354">
                  <c:v>0.406</c:v>
                </c:pt>
                <c:pt idx="355">
                  <c:v>0.393</c:v>
                </c:pt>
                <c:pt idx="356">
                  <c:v>0.5282</c:v>
                </c:pt>
                <c:pt idx="357">
                  <c:v>0.2466</c:v>
                </c:pt>
                <c:pt idx="358">
                  <c:v>0.3624</c:v>
                </c:pt>
                <c:pt idx="359">
                  <c:v>0.384</c:v>
                </c:pt>
                <c:pt idx="360">
                  <c:v>0.4763</c:v>
                </c:pt>
                <c:pt idx="361">
                  <c:v>0.3675</c:v>
                </c:pt>
                <c:pt idx="362">
                  <c:v>0.4115</c:v>
                </c:pt>
                <c:pt idx="363">
                  <c:v>0.3567</c:v>
                </c:pt>
                <c:pt idx="364">
                  <c:v>0.3945</c:v>
                </c:pt>
                <c:pt idx="365">
                  <c:v>0.3189</c:v>
                </c:pt>
                <c:pt idx="366">
                  <c:v>0.3131</c:v>
                </c:pt>
                <c:pt idx="367">
                  <c:v>0.3173</c:v>
                </c:pt>
                <c:pt idx="368">
                  <c:v>0.3398</c:v>
                </c:pt>
                <c:pt idx="369">
                  <c:v>0.3241</c:v>
                </c:pt>
                <c:pt idx="370">
                  <c:v>0.2964</c:v>
                </c:pt>
                <c:pt idx="371">
                  <c:v>0.3127</c:v>
                </c:pt>
                <c:pt idx="372">
                  <c:v>0.3879</c:v>
                </c:pt>
                <c:pt idx="373">
                  <c:v>0.3591</c:v>
                </c:pt>
                <c:pt idx="374">
                  <c:v>0.3453</c:v>
                </c:pt>
                <c:pt idx="375">
                  <c:v>0.2814</c:v>
                </c:pt>
                <c:pt idx="376">
                  <c:v>0.3449</c:v>
                </c:pt>
                <c:pt idx="377">
                  <c:v>0.3678</c:v>
                </c:pt>
                <c:pt idx="378">
                  <c:v>0.3639</c:v>
                </c:pt>
                <c:pt idx="379">
                  <c:v>0.3302</c:v>
                </c:pt>
                <c:pt idx="380">
                  <c:v>0.44</c:v>
                </c:pt>
                <c:pt idx="381">
                  <c:v>0.4317</c:v>
                </c:pt>
                <c:pt idx="382">
                  <c:v>0.5062</c:v>
                </c:pt>
                <c:pt idx="383">
                  <c:v>0.4358</c:v>
                </c:pt>
                <c:pt idx="384">
                  <c:v>0.3709</c:v>
                </c:pt>
                <c:pt idx="385">
                  <c:v>0.4797</c:v>
                </c:pt>
                <c:pt idx="386">
                  <c:v>0.4867</c:v>
                </c:pt>
                <c:pt idx="387">
                  <c:v>0.414</c:v>
                </c:pt>
                <c:pt idx="388">
                  <c:v>0.3806</c:v>
                </c:pt>
                <c:pt idx="389">
                  <c:v>0.3641</c:v>
                </c:pt>
                <c:pt idx="390">
                  <c:v>0.3352</c:v>
                </c:pt>
                <c:pt idx="391">
                  <c:v>0.3705</c:v>
                </c:pt>
                <c:pt idx="392">
                  <c:v>0.371</c:v>
                </c:pt>
                <c:pt idx="393">
                  <c:v>0.4461</c:v>
                </c:pt>
                <c:pt idx="394">
                  <c:v>0.3307</c:v>
                </c:pt>
                <c:pt idx="395">
                  <c:v>0.3617</c:v>
                </c:pt>
                <c:pt idx="396">
                  <c:v>0.3848</c:v>
                </c:pt>
                <c:pt idx="397">
                  <c:v>0.3959</c:v>
                </c:pt>
                <c:pt idx="398">
                  <c:v>0.3199</c:v>
                </c:pt>
                <c:pt idx="399">
                  <c:v>0.4047</c:v>
                </c:pt>
                <c:pt idx="400">
                  <c:v>0.3879</c:v>
                </c:pt>
                <c:pt idx="401">
                  <c:v>0.3406</c:v>
                </c:pt>
                <c:pt idx="402">
                  <c:v>0.2975</c:v>
                </c:pt>
                <c:pt idx="403">
                  <c:v>0.3133</c:v>
                </c:pt>
                <c:pt idx="404">
                  <c:v>0.3161</c:v>
                </c:pt>
                <c:pt idx="405">
                  <c:v>0.3313</c:v>
                </c:pt>
                <c:pt idx="406">
                  <c:v>0.3085</c:v>
                </c:pt>
                <c:pt idx="407">
                  <c:v>0.3734</c:v>
                </c:pt>
                <c:pt idx="408">
                  <c:v>0.4711</c:v>
                </c:pt>
                <c:pt idx="409">
                  <c:v>0.4357</c:v>
                </c:pt>
                <c:pt idx="410">
                  <c:v>0.3396</c:v>
                </c:pt>
                <c:pt idx="411">
                  <c:v>0.5109</c:v>
                </c:pt>
                <c:pt idx="412">
                  <c:v>0.4417</c:v>
                </c:pt>
                <c:pt idx="413">
                  <c:v>0.4348</c:v>
                </c:pt>
                <c:pt idx="414">
                  <c:v>0.3161</c:v>
                </c:pt>
                <c:pt idx="415">
                  <c:v>0.2945</c:v>
                </c:pt>
                <c:pt idx="416">
                  <c:v>0.3191</c:v>
                </c:pt>
                <c:pt idx="417">
                  <c:v>0.2998</c:v>
                </c:pt>
                <c:pt idx="418">
                  <c:v>0.3309</c:v>
                </c:pt>
                <c:pt idx="419">
                  <c:v>0.2846</c:v>
                </c:pt>
                <c:pt idx="420">
                  <c:v>0.3527</c:v>
                </c:pt>
                <c:pt idx="421">
                  <c:v>0.2735</c:v>
                </c:pt>
                <c:pt idx="422">
                  <c:v>0.3353</c:v>
                </c:pt>
                <c:pt idx="423">
                  <c:v>0.3188</c:v>
                </c:pt>
                <c:pt idx="424">
                  <c:v>0.3181</c:v>
                </c:pt>
                <c:pt idx="425">
                  <c:v>0.2994</c:v>
                </c:pt>
                <c:pt idx="426">
                  <c:v>0.2605</c:v>
                </c:pt>
                <c:pt idx="427">
                  <c:v>0.3425</c:v>
                </c:pt>
                <c:pt idx="428">
                  <c:v>0.2986</c:v>
                </c:pt>
                <c:pt idx="429">
                  <c:v>0.339</c:v>
                </c:pt>
                <c:pt idx="430">
                  <c:v>0.3341</c:v>
                </c:pt>
                <c:pt idx="431">
                  <c:v>0.2762</c:v>
                </c:pt>
                <c:pt idx="432">
                  <c:v>0.2663</c:v>
                </c:pt>
                <c:pt idx="433">
                  <c:v>0.2965</c:v>
                </c:pt>
                <c:pt idx="434">
                  <c:v>0.3324</c:v>
                </c:pt>
                <c:pt idx="435">
                  <c:v>0.3463</c:v>
                </c:pt>
                <c:pt idx="436">
                  <c:v>0.3097</c:v>
                </c:pt>
                <c:pt idx="437">
                  <c:v>0.3856</c:v>
                </c:pt>
                <c:pt idx="438">
                  <c:v>0.3441</c:v>
                </c:pt>
                <c:pt idx="439">
                  <c:v>0.3616</c:v>
                </c:pt>
                <c:pt idx="440">
                  <c:v>0.3453</c:v>
                </c:pt>
                <c:pt idx="441">
                  <c:v>0.3287</c:v>
                </c:pt>
                <c:pt idx="442">
                  <c:v>0.3446</c:v>
                </c:pt>
                <c:pt idx="443">
                  <c:v>0.3423</c:v>
                </c:pt>
                <c:pt idx="444">
                  <c:v>0.2928</c:v>
                </c:pt>
                <c:pt idx="445">
                  <c:v>0.3117</c:v>
                </c:pt>
                <c:pt idx="446">
                  <c:v>0.3209</c:v>
                </c:pt>
                <c:pt idx="447">
                  <c:v>0.3324</c:v>
                </c:pt>
                <c:pt idx="448">
                  <c:v>0.3921</c:v>
                </c:pt>
                <c:pt idx="449">
                  <c:v>0.3043</c:v>
                </c:pt>
                <c:pt idx="450">
                  <c:v>0.3218</c:v>
                </c:pt>
                <c:pt idx="451">
                  <c:v>0.3239</c:v>
                </c:pt>
                <c:pt idx="452">
                  <c:v>0.3363</c:v>
                </c:pt>
                <c:pt idx="453">
                  <c:v>0.2827</c:v>
                </c:pt>
                <c:pt idx="454">
                  <c:v>0.2918</c:v>
                </c:pt>
                <c:pt idx="455">
                  <c:v>0.3269</c:v>
                </c:pt>
                <c:pt idx="456">
                  <c:v>0.34</c:v>
                </c:pt>
                <c:pt idx="457">
                  <c:v>0.2543</c:v>
                </c:pt>
                <c:pt idx="458">
                  <c:v>0.366</c:v>
                </c:pt>
                <c:pt idx="459">
                  <c:v>0.3517</c:v>
                </c:pt>
                <c:pt idx="460">
                  <c:v>0.3419</c:v>
                </c:pt>
                <c:pt idx="461">
                  <c:v>0.2365</c:v>
                </c:pt>
                <c:pt idx="462">
                  <c:v>0.3488</c:v>
                </c:pt>
                <c:pt idx="463">
                  <c:v>0.3598</c:v>
                </c:pt>
                <c:pt idx="464">
                  <c:v>0.3666</c:v>
                </c:pt>
                <c:pt idx="465">
                  <c:v>0.3916</c:v>
                </c:pt>
                <c:pt idx="466">
                  <c:v>0.3912</c:v>
                </c:pt>
                <c:pt idx="467">
                  <c:v>0.3613</c:v>
                </c:pt>
                <c:pt idx="468">
                  <c:v>0.351</c:v>
                </c:pt>
                <c:pt idx="469">
                  <c:v>0.2822</c:v>
                </c:pt>
                <c:pt idx="470">
                  <c:v>0.3084</c:v>
                </c:pt>
                <c:pt idx="471">
                  <c:v>0.2349</c:v>
                </c:pt>
                <c:pt idx="472">
                  <c:v>0.2287</c:v>
                </c:pt>
                <c:pt idx="473">
                  <c:v>0.1884</c:v>
                </c:pt>
                <c:pt idx="474">
                  <c:v>0.1933</c:v>
                </c:pt>
                <c:pt idx="475">
                  <c:v>0.2131</c:v>
                </c:pt>
                <c:pt idx="476">
                  <c:v>0.208</c:v>
                </c:pt>
                <c:pt idx="477">
                  <c:v>0.2332</c:v>
                </c:pt>
                <c:pt idx="478">
                  <c:v>0.2347</c:v>
                </c:pt>
                <c:pt idx="479">
                  <c:v>0.2232</c:v>
                </c:pt>
                <c:pt idx="480">
                  <c:v>0.2424</c:v>
                </c:pt>
                <c:pt idx="481">
                  <c:v>0.2392</c:v>
                </c:pt>
                <c:pt idx="482">
                  <c:v>0.2395</c:v>
                </c:pt>
                <c:pt idx="483">
                  <c:v>0.3185</c:v>
                </c:pt>
                <c:pt idx="484">
                  <c:v>0.4184</c:v>
                </c:pt>
                <c:pt idx="485">
                  <c:v>0.3398</c:v>
                </c:pt>
                <c:pt idx="486">
                  <c:v>0.3111</c:v>
                </c:pt>
                <c:pt idx="487">
                  <c:v>0.3566</c:v>
                </c:pt>
                <c:pt idx="488">
                  <c:v>0.3028</c:v>
                </c:pt>
                <c:pt idx="489">
                  <c:v>0.3445</c:v>
                </c:pt>
                <c:pt idx="490">
                  <c:v>0.3186</c:v>
                </c:pt>
                <c:pt idx="491">
                  <c:v>0.3539</c:v>
                </c:pt>
                <c:pt idx="492">
                  <c:v>0.3443</c:v>
                </c:pt>
                <c:pt idx="493">
                  <c:v>0.3278</c:v>
                </c:pt>
                <c:pt idx="494">
                  <c:v>0.3733</c:v>
                </c:pt>
                <c:pt idx="495">
                  <c:v>0.361</c:v>
                </c:pt>
                <c:pt idx="496">
                  <c:v>0.3348</c:v>
                </c:pt>
                <c:pt idx="497">
                  <c:v>0.3309</c:v>
                </c:pt>
                <c:pt idx="498">
                  <c:v>0.2926</c:v>
                </c:pt>
                <c:pt idx="499">
                  <c:v>0.2921</c:v>
                </c:pt>
                <c:pt idx="500">
                  <c:v>0.3194</c:v>
                </c:pt>
                <c:pt idx="501">
                  <c:v>0.3289</c:v>
                </c:pt>
                <c:pt idx="502">
                  <c:v>0.3296</c:v>
                </c:pt>
                <c:pt idx="503">
                  <c:v>0.3152</c:v>
                </c:pt>
                <c:pt idx="504">
                  <c:v>0.3294</c:v>
                </c:pt>
                <c:pt idx="505">
                  <c:v>0.3015</c:v>
                </c:pt>
                <c:pt idx="506">
                  <c:v>0.1967</c:v>
                </c:pt>
                <c:pt idx="507">
                  <c:v>0.2652</c:v>
                </c:pt>
                <c:pt idx="508">
                  <c:v>0.2848</c:v>
                </c:pt>
                <c:pt idx="509">
                  <c:v>0.2024</c:v>
                </c:pt>
                <c:pt idx="510">
                  <c:v>0.2501</c:v>
                </c:pt>
                <c:pt idx="511">
                  <c:v>0.2502</c:v>
                </c:pt>
                <c:pt idx="512">
                  <c:v>0.2709</c:v>
                </c:pt>
                <c:pt idx="513">
                  <c:v>0.2717</c:v>
                </c:pt>
                <c:pt idx="514">
                  <c:v>0.2911</c:v>
                </c:pt>
                <c:pt idx="515">
                  <c:v>0.4539</c:v>
                </c:pt>
                <c:pt idx="516">
                  <c:v>0.4263</c:v>
                </c:pt>
                <c:pt idx="517">
                  <c:v>0.2036</c:v>
                </c:pt>
                <c:pt idx="518">
                  <c:v>0.2805</c:v>
                </c:pt>
                <c:pt idx="519">
                  <c:v>0.2477</c:v>
                </c:pt>
                <c:pt idx="520">
                  <c:v>0.3117</c:v>
                </c:pt>
                <c:pt idx="521">
                  <c:v>0.2034</c:v>
                </c:pt>
                <c:pt idx="522">
                  <c:v>0.2226</c:v>
                </c:pt>
                <c:pt idx="523">
                  <c:v>0.2416</c:v>
                </c:pt>
                <c:pt idx="524">
                  <c:v>0.191</c:v>
                </c:pt>
                <c:pt idx="525">
                  <c:v>0.258</c:v>
                </c:pt>
                <c:pt idx="526">
                  <c:v>0.2738</c:v>
                </c:pt>
                <c:pt idx="527">
                  <c:v>0.176</c:v>
                </c:pt>
                <c:pt idx="528">
                  <c:v>0.1973</c:v>
                </c:pt>
                <c:pt idx="529">
                  <c:v>0.2313</c:v>
                </c:pt>
                <c:pt idx="530">
                  <c:v>0.2442</c:v>
                </c:pt>
                <c:pt idx="531">
                  <c:v>0.1646</c:v>
                </c:pt>
                <c:pt idx="532">
                  <c:v>0.189</c:v>
                </c:pt>
                <c:pt idx="533">
                  <c:v>0.2366</c:v>
                </c:pt>
                <c:pt idx="534">
                  <c:v>0.3308</c:v>
                </c:pt>
                <c:pt idx="535">
                  <c:v>0.2744</c:v>
                </c:pt>
                <c:pt idx="536">
                  <c:v>0.2013</c:v>
                </c:pt>
                <c:pt idx="537">
                  <c:v>0.2155</c:v>
                </c:pt>
                <c:pt idx="538">
                  <c:v>0.2184</c:v>
                </c:pt>
                <c:pt idx="539">
                  <c:v>0.2388</c:v>
                </c:pt>
                <c:pt idx="540">
                  <c:v>0.2302</c:v>
                </c:pt>
                <c:pt idx="541">
                  <c:v>0.2079</c:v>
                </c:pt>
                <c:pt idx="542">
                  <c:v>0.1873</c:v>
                </c:pt>
                <c:pt idx="543">
                  <c:v>0.2137</c:v>
                </c:pt>
                <c:pt idx="544">
                  <c:v>0.2122</c:v>
                </c:pt>
                <c:pt idx="545">
                  <c:v>0.1898</c:v>
                </c:pt>
                <c:pt idx="546">
                  <c:v>0.1644</c:v>
                </c:pt>
                <c:pt idx="547">
                  <c:v>0.1504</c:v>
                </c:pt>
                <c:pt idx="548">
                  <c:v>0.187</c:v>
                </c:pt>
                <c:pt idx="549">
                  <c:v>0.2193</c:v>
                </c:pt>
                <c:pt idx="550">
                  <c:v>0.1578</c:v>
                </c:pt>
                <c:pt idx="551">
                  <c:v>0.1824</c:v>
                </c:pt>
                <c:pt idx="552">
                  <c:v>0.254</c:v>
                </c:pt>
                <c:pt idx="553">
                  <c:v>0.2297</c:v>
                </c:pt>
                <c:pt idx="554">
                  <c:v>0.2273</c:v>
                </c:pt>
                <c:pt idx="555">
                  <c:v>0.1686</c:v>
                </c:pt>
                <c:pt idx="556">
                  <c:v>0.2281</c:v>
                </c:pt>
                <c:pt idx="557">
                  <c:v>0.2016</c:v>
                </c:pt>
                <c:pt idx="558">
                  <c:v>0.168</c:v>
                </c:pt>
                <c:pt idx="559">
                  <c:v>0.1385</c:v>
                </c:pt>
                <c:pt idx="560">
                  <c:v>0.1705</c:v>
                </c:pt>
                <c:pt idx="561">
                  <c:v>0.1278</c:v>
                </c:pt>
                <c:pt idx="562">
                  <c:v>0.2033</c:v>
                </c:pt>
                <c:pt idx="563">
                  <c:v>0.2303</c:v>
                </c:pt>
                <c:pt idx="564">
                  <c:v>0.2192</c:v>
                </c:pt>
                <c:pt idx="565">
                  <c:v>0.1585</c:v>
                </c:pt>
                <c:pt idx="566">
                  <c:v>0.1448</c:v>
                </c:pt>
                <c:pt idx="567">
                  <c:v>0.2685</c:v>
                </c:pt>
                <c:pt idx="568">
                  <c:v>0.2276</c:v>
                </c:pt>
                <c:pt idx="569">
                  <c:v>0.2362</c:v>
                </c:pt>
                <c:pt idx="570">
                  <c:v>0.2011</c:v>
                </c:pt>
                <c:pt idx="571">
                  <c:v>0.2</c:v>
                </c:pt>
                <c:pt idx="572">
                  <c:v>0.2566</c:v>
                </c:pt>
                <c:pt idx="573">
                  <c:v>0.2174</c:v>
                </c:pt>
                <c:pt idx="574">
                  <c:v>0.3311</c:v>
                </c:pt>
                <c:pt idx="575">
                  <c:v>0.2715</c:v>
                </c:pt>
                <c:pt idx="576">
                  <c:v>0.2667</c:v>
                </c:pt>
                <c:pt idx="577">
                  <c:v>0.2729</c:v>
                </c:pt>
                <c:pt idx="578">
                  <c:v>0.2011</c:v>
                </c:pt>
                <c:pt idx="579">
                  <c:v>0.246</c:v>
                </c:pt>
                <c:pt idx="580">
                  <c:v>0.2284</c:v>
                </c:pt>
                <c:pt idx="581">
                  <c:v>0.2002</c:v>
                </c:pt>
                <c:pt idx="582">
                  <c:v>0.1959</c:v>
                </c:pt>
                <c:pt idx="583">
                  <c:v>0.2478</c:v>
                </c:pt>
                <c:pt idx="584">
                  <c:v>0.2263</c:v>
                </c:pt>
                <c:pt idx="585">
                  <c:v>0.2748</c:v>
                </c:pt>
                <c:pt idx="586">
                  <c:v>0.2702</c:v>
                </c:pt>
                <c:pt idx="587">
                  <c:v>0.3189</c:v>
                </c:pt>
                <c:pt idx="588">
                  <c:v>0.2336</c:v>
                </c:pt>
                <c:pt idx="589">
                  <c:v>0.2809</c:v>
                </c:pt>
                <c:pt idx="590">
                  <c:v>0.2216</c:v>
                </c:pt>
                <c:pt idx="591">
                  <c:v>0.3186</c:v>
                </c:pt>
                <c:pt idx="592">
                  <c:v>0.318</c:v>
                </c:pt>
                <c:pt idx="593">
                  <c:v>0.2442</c:v>
                </c:pt>
                <c:pt idx="594">
                  <c:v>0.2842</c:v>
                </c:pt>
                <c:pt idx="595">
                  <c:v>0.2978</c:v>
                </c:pt>
                <c:pt idx="596">
                  <c:v>0.2812</c:v>
                </c:pt>
                <c:pt idx="597">
                  <c:v>0.2633</c:v>
                </c:pt>
                <c:pt idx="598">
                  <c:v>0.2453</c:v>
                </c:pt>
                <c:pt idx="599">
                  <c:v>0.2348</c:v>
                </c:pt>
                <c:pt idx="600">
                  <c:v>0.2465</c:v>
                </c:pt>
                <c:pt idx="601">
                  <c:v>0.253</c:v>
                </c:pt>
                <c:pt idx="602">
                  <c:v>0.1967</c:v>
                </c:pt>
                <c:pt idx="603">
                  <c:v>0.2868</c:v>
                </c:pt>
                <c:pt idx="604">
                  <c:v>0.2504</c:v>
                </c:pt>
                <c:pt idx="605">
                  <c:v>0.245</c:v>
                </c:pt>
                <c:pt idx="606">
                  <c:v>0.2287</c:v>
                </c:pt>
                <c:pt idx="607">
                  <c:v>0.229</c:v>
                </c:pt>
                <c:pt idx="608">
                  <c:v>0.23</c:v>
                </c:pt>
                <c:pt idx="609">
                  <c:v>0.2603</c:v>
                </c:pt>
                <c:pt idx="610">
                  <c:v>0.2148</c:v>
                </c:pt>
                <c:pt idx="611">
                  <c:v>0.1468</c:v>
                </c:pt>
                <c:pt idx="612">
                  <c:v>0.2266</c:v>
                </c:pt>
                <c:pt idx="613">
                  <c:v>0.2091</c:v>
                </c:pt>
                <c:pt idx="614">
                  <c:v>0.2171</c:v>
                </c:pt>
                <c:pt idx="615">
                  <c:v>0.231</c:v>
                </c:pt>
                <c:pt idx="616">
                  <c:v>0.2196</c:v>
                </c:pt>
                <c:pt idx="617">
                  <c:v>0.2083</c:v>
                </c:pt>
                <c:pt idx="618">
                  <c:v>0.1944</c:v>
                </c:pt>
                <c:pt idx="619">
                  <c:v>0.3244</c:v>
                </c:pt>
                <c:pt idx="620">
                  <c:v>0.3811</c:v>
                </c:pt>
                <c:pt idx="621">
                  <c:v>0.3004</c:v>
                </c:pt>
                <c:pt idx="622">
                  <c:v>0.388</c:v>
                </c:pt>
                <c:pt idx="623">
                  <c:v>0.3499</c:v>
                </c:pt>
                <c:pt idx="624">
                  <c:v>0.2664</c:v>
                </c:pt>
                <c:pt idx="625">
                  <c:v>0.2573</c:v>
                </c:pt>
                <c:pt idx="626">
                  <c:v>0.3018</c:v>
                </c:pt>
                <c:pt idx="627">
                  <c:v>0.2901</c:v>
                </c:pt>
                <c:pt idx="628">
                  <c:v>0.2886</c:v>
                </c:pt>
                <c:pt idx="629">
                  <c:v>0.2873</c:v>
                </c:pt>
                <c:pt idx="630">
                  <c:v>0.2939</c:v>
                </c:pt>
                <c:pt idx="631">
                  <c:v>0.3558</c:v>
                </c:pt>
                <c:pt idx="632">
                  <c:v>0.2949</c:v>
                </c:pt>
                <c:pt idx="633">
                  <c:v>0.305</c:v>
                </c:pt>
                <c:pt idx="634">
                  <c:v>0.3534</c:v>
                </c:pt>
                <c:pt idx="635">
                  <c:v>0.3418</c:v>
                </c:pt>
                <c:pt idx="636">
                  <c:v>0.2966</c:v>
                </c:pt>
                <c:pt idx="637">
                  <c:v>0.3249</c:v>
                </c:pt>
                <c:pt idx="638">
                  <c:v>0.3317</c:v>
                </c:pt>
                <c:pt idx="639">
                  <c:v>0.3819</c:v>
                </c:pt>
                <c:pt idx="640">
                  <c:v>0.2598</c:v>
                </c:pt>
                <c:pt idx="641">
                  <c:v>0.297</c:v>
                </c:pt>
                <c:pt idx="642">
                  <c:v>0.265</c:v>
                </c:pt>
                <c:pt idx="643">
                  <c:v>0.3215</c:v>
                </c:pt>
                <c:pt idx="644">
                  <c:v>0.3026</c:v>
                </c:pt>
                <c:pt idx="645">
                  <c:v>0.2065</c:v>
                </c:pt>
                <c:pt idx="646">
                  <c:v>0.3047</c:v>
                </c:pt>
                <c:pt idx="647">
                  <c:v>0.2858</c:v>
                </c:pt>
                <c:pt idx="648">
                  <c:v>0.2623</c:v>
                </c:pt>
                <c:pt idx="649">
                  <c:v>0.2568</c:v>
                </c:pt>
                <c:pt idx="650">
                  <c:v>0.2012</c:v>
                </c:pt>
                <c:pt idx="651">
                  <c:v>0.2173</c:v>
                </c:pt>
                <c:pt idx="652">
                  <c:v>0.2106</c:v>
                </c:pt>
                <c:pt idx="653">
                  <c:v>0.1937</c:v>
                </c:pt>
                <c:pt idx="654">
                  <c:v>0.1936</c:v>
                </c:pt>
                <c:pt idx="655">
                  <c:v>0.2565</c:v>
                </c:pt>
                <c:pt idx="656">
                  <c:v>0.2774</c:v>
                </c:pt>
                <c:pt idx="657">
                  <c:v>0.38</c:v>
                </c:pt>
                <c:pt idx="658">
                  <c:v>0.3274</c:v>
                </c:pt>
                <c:pt idx="659">
                  <c:v>0.2673</c:v>
                </c:pt>
                <c:pt idx="660">
                  <c:v>0.3255</c:v>
                </c:pt>
                <c:pt idx="661">
                  <c:v>0.3091</c:v>
                </c:pt>
                <c:pt idx="662">
                  <c:v>0.278</c:v>
                </c:pt>
                <c:pt idx="663">
                  <c:v>0.2517</c:v>
                </c:pt>
                <c:pt idx="664">
                  <c:v>0.2572</c:v>
                </c:pt>
                <c:pt idx="665">
                  <c:v>0.2017</c:v>
                </c:pt>
                <c:pt idx="666">
                  <c:v>0.268</c:v>
                </c:pt>
                <c:pt idx="667">
                  <c:v>0.289</c:v>
                </c:pt>
                <c:pt idx="668">
                  <c:v>0.3115</c:v>
                </c:pt>
                <c:pt idx="669">
                  <c:v>0.2543</c:v>
                </c:pt>
                <c:pt idx="670">
                  <c:v>0.1683</c:v>
                </c:pt>
                <c:pt idx="671">
                  <c:v>0.2755</c:v>
                </c:pt>
                <c:pt idx="672">
                  <c:v>0.269</c:v>
                </c:pt>
                <c:pt idx="673">
                  <c:v>0.2793</c:v>
                </c:pt>
                <c:pt idx="674">
                  <c:v>0.2824</c:v>
                </c:pt>
                <c:pt idx="675">
                  <c:v>0.2435</c:v>
                </c:pt>
                <c:pt idx="676">
                  <c:v>0.2845</c:v>
                </c:pt>
                <c:pt idx="677">
                  <c:v>0.283</c:v>
                </c:pt>
                <c:pt idx="678">
                  <c:v>0.2827</c:v>
                </c:pt>
                <c:pt idx="679">
                  <c:v>0.2855</c:v>
                </c:pt>
                <c:pt idx="680">
                  <c:v>0.2371</c:v>
                </c:pt>
                <c:pt idx="681">
                  <c:v>0.2257</c:v>
                </c:pt>
                <c:pt idx="682">
                  <c:v>0.2423</c:v>
                </c:pt>
                <c:pt idx="683">
                  <c:v>0.1874</c:v>
                </c:pt>
                <c:pt idx="684">
                  <c:v>0.197</c:v>
                </c:pt>
                <c:pt idx="685">
                  <c:v>0.2567</c:v>
                </c:pt>
                <c:pt idx="686">
                  <c:v>0.2801</c:v>
                </c:pt>
                <c:pt idx="687">
                  <c:v>0.202</c:v>
                </c:pt>
                <c:pt idx="688">
                  <c:v>0.2299</c:v>
                </c:pt>
                <c:pt idx="689">
                  <c:v>0.2357</c:v>
                </c:pt>
                <c:pt idx="690">
                  <c:v>0.2495</c:v>
                </c:pt>
                <c:pt idx="691">
                  <c:v>0.2696</c:v>
                </c:pt>
                <c:pt idx="692">
                  <c:v>0.2218</c:v>
                </c:pt>
                <c:pt idx="693">
                  <c:v>0.2665</c:v>
                </c:pt>
                <c:pt idx="694">
                  <c:v>0.2944</c:v>
                </c:pt>
                <c:pt idx="695">
                  <c:v>0.2305</c:v>
                </c:pt>
                <c:pt idx="696">
                  <c:v>0.3535</c:v>
                </c:pt>
                <c:pt idx="697">
                  <c:v>0.2439</c:v>
                </c:pt>
                <c:pt idx="698">
                  <c:v>0.3354</c:v>
                </c:pt>
                <c:pt idx="699">
                  <c:v>0.2318</c:v>
                </c:pt>
                <c:pt idx="700">
                  <c:v>0.2582</c:v>
                </c:pt>
                <c:pt idx="701">
                  <c:v>0.2677</c:v>
                </c:pt>
                <c:pt idx="702">
                  <c:v>0.1935</c:v>
                </c:pt>
                <c:pt idx="703">
                  <c:v>0.215</c:v>
                </c:pt>
                <c:pt idx="704">
                  <c:v>0.193</c:v>
                </c:pt>
                <c:pt idx="705">
                  <c:v>0.2066</c:v>
                </c:pt>
                <c:pt idx="706">
                  <c:v>0.2074</c:v>
                </c:pt>
                <c:pt idx="707">
                  <c:v>0.2851</c:v>
                </c:pt>
                <c:pt idx="708">
                  <c:v>0.2868</c:v>
                </c:pt>
                <c:pt idx="709">
                  <c:v>0.2721</c:v>
                </c:pt>
                <c:pt idx="710">
                  <c:v>0.2274</c:v>
                </c:pt>
                <c:pt idx="711">
                  <c:v>0.1984</c:v>
                </c:pt>
                <c:pt idx="712">
                  <c:v>0.2017</c:v>
                </c:pt>
                <c:pt idx="713">
                  <c:v>0.2318</c:v>
                </c:pt>
                <c:pt idx="714">
                  <c:v>0.2057</c:v>
                </c:pt>
                <c:pt idx="715">
                  <c:v>0.1631</c:v>
                </c:pt>
                <c:pt idx="716">
                  <c:v>0.2152</c:v>
                </c:pt>
                <c:pt idx="717">
                  <c:v>0.2747</c:v>
                </c:pt>
                <c:pt idx="718">
                  <c:v>0.181</c:v>
                </c:pt>
                <c:pt idx="719">
                  <c:v>0.26</c:v>
                </c:pt>
                <c:pt idx="720">
                  <c:v>0.2662</c:v>
                </c:pt>
                <c:pt idx="721">
                  <c:v>0.4042</c:v>
                </c:pt>
                <c:pt idx="722">
                  <c:v>0.1485</c:v>
                </c:pt>
                <c:pt idx="723">
                  <c:v>0.1865</c:v>
                </c:pt>
                <c:pt idx="724">
                  <c:v>0.2684</c:v>
                </c:pt>
                <c:pt idx="725">
                  <c:v>0.3011</c:v>
                </c:pt>
                <c:pt idx="726">
                  <c:v>0.4735</c:v>
                </c:pt>
                <c:pt idx="727">
                  <c:v>0.5235</c:v>
                </c:pt>
                <c:pt idx="728">
                  <c:v>0.5782</c:v>
                </c:pt>
                <c:pt idx="729">
                  <c:v>0.5479</c:v>
                </c:pt>
                <c:pt idx="730">
                  <c:v>0.5645</c:v>
                </c:pt>
                <c:pt idx="731">
                  <c:v>0.5826</c:v>
                </c:pt>
                <c:pt idx="732">
                  <c:v>0.5779</c:v>
                </c:pt>
                <c:pt idx="733">
                  <c:v>0.569</c:v>
                </c:pt>
                <c:pt idx="734">
                  <c:v>0.5003</c:v>
                </c:pt>
                <c:pt idx="735">
                  <c:v>0.5572</c:v>
                </c:pt>
                <c:pt idx="736">
                  <c:v>0.5689</c:v>
                </c:pt>
                <c:pt idx="737">
                  <c:v>0.555</c:v>
                </c:pt>
                <c:pt idx="738">
                  <c:v>0.4798</c:v>
                </c:pt>
                <c:pt idx="739">
                  <c:v>0.4386</c:v>
                </c:pt>
                <c:pt idx="740">
                  <c:v>0.5326</c:v>
                </c:pt>
                <c:pt idx="741">
                  <c:v>0.4491</c:v>
                </c:pt>
                <c:pt idx="742">
                  <c:v>0.527</c:v>
                </c:pt>
                <c:pt idx="743">
                  <c:v>0.5829</c:v>
                </c:pt>
                <c:pt idx="744">
                  <c:v>0.3956</c:v>
                </c:pt>
                <c:pt idx="745">
                  <c:v>0.5168</c:v>
                </c:pt>
                <c:pt idx="746">
                  <c:v>0.5372</c:v>
                </c:pt>
                <c:pt idx="747">
                  <c:v>0.4719</c:v>
                </c:pt>
                <c:pt idx="748">
                  <c:v>0.5639</c:v>
                </c:pt>
                <c:pt idx="749">
                  <c:v>0.6445</c:v>
                </c:pt>
                <c:pt idx="750">
                  <c:v>0.5093</c:v>
                </c:pt>
                <c:pt idx="751">
                  <c:v>0.5454</c:v>
                </c:pt>
                <c:pt idx="752">
                  <c:v>0.5234</c:v>
                </c:pt>
                <c:pt idx="753">
                  <c:v>0.5091</c:v>
                </c:pt>
                <c:pt idx="754">
                  <c:v>0.442</c:v>
                </c:pt>
                <c:pt idx="755">
                  <c:v>0.4853</c:v>
                </c:pt>
                <c:pt idx="756">
                  <c:v>0.4561</c:v>
                </c:pt>
                <c:pt idx="757">
                  <c:v>0.4533</c:v>
                </c:pt>
                <c:pt idx="758">
                  <c:v>0.505</c:v>
                </c:pt>
                <c:pt idx="759">
                  <c:v>0.4753</c:v>
                </c:pt>
                <c:pt idx="760">
                  <c:v>0.501</c:v>
                </c:pt>
                <c:pt idx="761">
                  <c:v>0.5059</c:v>
                </c:pt>
                <c:pt idx="762">
                  <c:v>0.6033</c:v>
                </c:pt>
                <c:pt idx="763">
                  <c:v>0.5627</c:v>
                </c:pt>
                <c:pt idx="764">
                  <c:v>0.518</c:v>
                </c:pt>
                <c:pt idx="765">
                  <c:v>0.5417</c:v>
                </c:pt>
                <c:pt idx="766">
                  <c:v>0.5407</c:v>
                </c:pt>
                <c:pt idx="767">
                  <c:v>0.5095</c:v>
                </c:pt>
                <c:pt idx="768">
                  <c:v>0.4848</c:v>
                </c:pt>
                <c:pt idx="769">
                  <c:v>0.5183</c:v>
                </c:pt>
                <c:pt idx="770">
                  <c:v>0.4027</c:v>
                </c:pt>
                <c:pt idx="771">
                  <c:v>0.4965</c:v>
                </c:pt>
                <c:pt idx="772">
                  <c:v>0.4831</c:v>
                </c:pt>
                <c:pt idx="773">
                  <c:v>0.5055</c:v>
                </c:pt>
                <c:pt idx="774">
                  <c:v>0.3687</c:v>
                </c:pt>
                <c:pt idx="775">
                  <c:v>0.4656</c:v>
                </c:pt>
                <c:pt idx="776">
                  <c:v>0.5345</c:v>
                </c:pt>
                <c:pt idx="777">
                  <c:v>0.5471</c:v>
                </c:pt>
                <c:pt idx="778">
                  <c:v>0.5434</c:v>
                </c:pt>
                <c:pt idx="779">
                  <c:v>0.5371</c:v>
                </c:pt>
                <c:pt idx="780">
                  <c:v>0.495</c:v>
                </c:pt>
                <c:pt idx="781">
                  <c:v>0.5003</c:v>
                </c:pt>
                <c:pt idx="782">
                  <c:v>0.3991</c:v>
                </c:pt>
                <c:pt idx="783">
                  <c:v>0.5484</c:v>
                </c:pt>
                <c:pt idx="784">
                  <c:v>0.4947</c:v>
                </c:pt>
                <c:pt idx="785">
                  <c:v>0.4913</c:v>
                </c:pt>
                <c:pt idx="786">
                  <c:v>0.4736</c:v>
                </c:pt>
                <c:pt idx="787">
                  <c:v>0.5168</c:v>
                </c:pt>
                <c:pt idx="788">
                  <c:v>0.4482</c:v>
                </c:pt>
                <c:pt idx="789">
                  <c:v>0.499</c:v>
                </c:pt>
                <c:pt idx="790">
                  <c:v>0.4835</c:v>
                </c:pt>
                <c:pt idx="791">
                  <c:v>0.4834</c:v>
                </c:pt>
                <c:pt idx="792">
                  <c:v>0.4946</c:v>
                </c:pt>
                <c:pt idx="793">
                  <c:v>0.3753</c:v>
                </c:pt>
                <c:pt idx="794">
                  <c:v>0.4723</c:v>
                </c:pt>
                <c:pt idx="795">
                  <c:v>0.4918</c:v>
                </c:pt>
                <c:pt idx="796">
                  <c:v>0.3964</c:v>
                </c:pt>
                <c:pt idx="797">
                  <c:v>0.4686</c:v>
                </c:pt>
                <c:pt idx="798">
                  <c:v>0.4578</c:v>
                </c:pt>
                <c:pt idx="799">
                  <c:v>0.389</c:v>
                </c:pt>
                <c:pt idx="800">
                  <c:v>0.4637</c:v>
                </c:pt>
                <c:pt idx="801">
                  <c:v>0.3992</c:v>
                </c:pt>
                <c:pt idx="802">
                  <c:v>0.4137</c:v>
                </c:pt>
                <c:pt idx="803">
                  <c:v>0.5127</c:v>
                </c:pt>
                <c:pt idx="804">
                  <c:v>0.4972</c:v>
                </c:pt>
                <c:pt idx="805">
                  <c:v>0.4524</c:v>
                </c:pt>
                <c:pt idx="806">
                  <c:v>0.4386</c:v>
                </c:pt>
                <c:pt idx="807">
                  <c:v>0.4123</c:v>
                </c:pt>
                <c:pt idx="808">
                  <c:v>0.435</c:v>
                </c:pt>
              </c:numCache>
            </c:numRef>
          </c:val>
          <c:smooth val="0"/>
        </c:ser>
        <c:ser>
          <c:idx val="1"/>
          <c:order val="1"/>
          <c:tx>
            <c:strRef>
              <c:f>Sheet1!$C$1</c:f>
              <c:strCache>
                <c:ptCount val="1"/>
                <c:pt idx="0">
                  <c:v>Republicans</c:v>
                </c:pt>
              </c:strCache>
            </c:strRef>
          </c:tx>
          <c:spPr>
            <a:solidFill>
              <a:srgbClr val="E34948"/>
            </a:solidFill>
            <a:ln w="12700" cap="flat">
              <a:solidFill>
                <a:srgbClr val="E349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34948"/>
              </a:solidFill>
              <a:ln w="9525" cap="flat">
                <a:solidFill>
                  <a:srgbClr val="E34948"/>
                </a:solidFill>
                <a:prstDash val="solid"/>
                <a:round/>
              </a:ln>
              <a:effectLst/>
            </c:spPr>
          </c:marker>
          <c:cat>
            <c:multiLvlStrRef>
              <c:f>Sheet1!$A$2:$A$810</c:f>
              <c:multiLvlStrCache>
                <c:ptCount val="809"/>
                <c:lvl>
                  <c:pt idx="0">
                    <c:v>2011</c:v>
                  </c:pt>
                  <c:pt idx="1">
                    <c:v>2011</c:v>
                  </c:pt>
                  <c:pt idx="2">
                    <c:v>2011</c:v>
                  </c:pt>
                  <c:pt idx="3">
                    <c:v>2011</c:v>
                  </c:pt>
                  <c:pt idx="4">
                    <c:v>2011</c:v>
                  </c:pt>
                  <c:pt idx="5">
                    <c:v>2011</c:v>
                  </c:pt>
                  <c:pt idx="6">
                    <c:v>2011</c:v>
                  </c:pt>
                  <c:pt idx="7">
                    <c:v>2011</c:v>
                  </c:pt>
                  <c:pt idx="8">
                    <c:v>2011</c:v>
                  </c:pt>
                  <c:pt idx="9">
                    <c:v>2011</c:v>
                  </c:pt>
                  <c:pt idx="10">
                    <c:v>2011</c:v>
                  </c:pt>
                  <c:pt idx="11">
                    <c:v>2011</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2011</c:v>
                  </c:pt>
                  <c:pt idx="25">
                    <c:v>2011</c:v>
                  </c:pt>
                  <c:pt idx="26">
                    <c:v>2011</c:v>
                  </c:pt>
                  <c:pt idx="27">
                    <c:v>2011</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2011</c:v>
                  </c:pt>
                  <c:pt idx="41">
                    <c:v>2011</c:v>
                  </c:pt>
                  <c:pt idx="42">
                    <c:v>2011</c:v>
                  </c:pt>
                  <c:pt idx="43">
                    <c:v>2011</c:v>
                  </c:pt>
                  <c:pt idx="44">
                    <c:v>2011</c:v>
                  </c:pt>
                  <c:pt idx="45">
                    <c:v>2011</c:v>
                  </c:pt>
                  <c:pt idx="46">
                    <c:v>2011</c:v>
                  </c:pt>
                  <c:pt idx="47">
                    <c:v>2011</c:v>
                  </c:pt>
                  <c:pt idx="48">
                    <c:v>2011</c:v>
                  </c:pt>
                  <c:pt idx="49">
                    <c:v>2011</c:v>
                  </c:pt>
                  <c:pt idx="50">
                    <c:v>2012</c:v>
                  </c:pt>
                  <c:pt idx="51">
                    <c:v>2012</c:v>
                  </c:pt>
                  <c:pt idx="52">
                    <c:v>2012</c:v>
                  </c:pt>
                  <c:pt idx="53">
                    <c:v>2012</c:v>
                  </c:pt>
                  <c:pt idx="54">
                    <c:v>2012</c:v>
                  </c:pt>
                  <c:pt idx="55">
                    <c:v>2012</c:v>
                  </c:pt>
                  <c:pt idx="56">
                    <c:v>2012</c:v>
                  </c:pt>
                  <c:pt idx="57">
                    <c:v>2012</c:v>
                  </c:pt>
                  <c:pt idx="58">
                    <c:v>2012</c:v>
                  </c:pt>
                  <c:pt idx="59">
                    <c:v>2012</c:v>
                  </c:pt>
                  <c:pt idx="60">
                    <c:v>2012</c:v>
                  </c:pt>
                  <c:pt idx="61">
                    <c:v>2012</c:v>
                  </c:pt>
                  <c:pt idx="62">
                    <c:v>2012</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2012</c:v>
                  </c:pt>
                  <c:pt idx="76">
                    <c:v>2012</c:v>
                  </c:pt>
                  <c:pt idx="77">
                    <c:v>2012</c:v>
                  </c:pt>
                  <c:pt idx="78">
                    <c:v>2012</c:v>
                  </c:pt>
                  <c:pt idx="79">
                    <c:v>2012</c:v>
                  </c:pt>
                  <c:pt idx="80">
                    <c:v>2012</c:v>
                  </c:pt>
                  <c:pt idx="81">
                    <c:v>2012</c:v>
                  </c:pt>
                  <c:pt idx="82">
                    <c:v>2012</c:v>
                  </c:pt>
                  <c:pt idx="83">
                    <c:v>2012</c:v>
                  </c:pt>
                  <c:pt idx="84">
                    <c:v>2012</c:v>
                  </c:pt>
                  <c:pt idx="85">
                    <c:v>2012</c:v>
                  </c:pt>
                  <c:pt idx="86">
                    <c:v>2012</c:v>
                  </c:pt>
                  <c:pt idx="87">
                    <c:v>2012</c:v>
                  </c:pt>
                  <c:pt idx="88">
                    <c:v>2012</c:v>
                  </c:pt>
                  <c:pt idx="89">
                    <c:v>2012</c:v>
                  </c:pt>
                  <c:pt idx="90">
                    <c:v>2012</c:v>
                  </c:pt>
                  <c:pt idx="91">
                    <c:v>2012</c:v>
                  </c:pt>
                  <c:pt idx="92">
                    <c:v>2012</c:v>
                  </c:pt>
                  <c:pt idx="93">
                    <c:v>2012</c:v>
                  </c:pt>
                  <c:pt idx="94">
                    <c:v>2012</c:v>
                  </c:pt>
                  <c:pt idx="95">
                    <c:v>2012</c:v>
                  </c:pt>
                  <c:pt idx="96">
                    <c:v>2012</c:v>
                  </c:pt>
                  <c:pt idx="97">
                    <c:v>2012</c:v>
                  </c:pt>
                  <c:pt idx="98">
                    <c:v>2012</c:v>
                  </c:pt>
                  <c:pt idx="99">
                    <c:v>2012</c:v>
                  </c:pt>
                  <c:pt idx="100">
                    <c:v>2012</c:v>
                  </c:pt>
                  <c:pt idx="101">
                    <c:v>2012</c:v>
                  </c:pt>
                  <c:pt idx="102">
                    <c:v>2013</c:v>
                  </c:pt>
                  <c:pt idx="103">
                    <c:v>2013</c:v>
                  </c:pt>
                  <c:pt idx="104">
                    <c:v>2013</c:v>
                  </c:pt>
                  <c:pt idx="105">
                    <c:v>2013</c:v>
                  </c:pt>
                  <c:pt idx="106">
                    <c:v>2013</c:v>
                  </c:pt>
                  <c:pt idx="107">
                    <c:v>2013</c:v>
                  </c:pt>
                  <c:pt idx="108">
                    <c:v>2013</c:v>
                  </c:pt>
                  <c:pt idx="109">
                    <c:v>2013</c:v>
                  </c:pt>
                  <c:pt idx="110">
                    <c:v>2013</c:v>
                  </c:pt>
                  <c:pt idx="111">
                    <c:v>2013</c:v>
                  </c:pt>
                  <c:pt idx="112">
                    <c:v>2013</c:v>
                  </c:pt>
                  <c:pt idx="113">
                    <c:v>2013</c:v>
                  </c:pt>
                  <c:pt idx="114">
                    <c:v>2013</c:v>
                  </c:pt>
                  <c:pt idx="115">
                    <c:v>2013</c:v>
                  </c:pt>
                  <c:pt idx="116">
                    <c:v>2013</c:v>
                  </c:pt>
                  <c:pt idx="117">
                    <c:v>2013</c:v>
                  </c:pt>
                  <c:pt idx="118">
                    <c:v>2013</c:v>
                  </c:pt>
                  <c:pt idx="119">
                    <c:v>2013</c:v>
                  </c:pt>
                  <c:pt idx="120">
                    <c:v>2013</c:v>
                  </c:pt>
                  <c:pt idx="121">
                    <c:v>2013</c:v>
                  </c:pt>
                  <c:pt idx="122">
                    <c:v>2013</c:v>
                  </c:pt>
                  <c:pt idx="123">
                    <c:v>2013</c:v>
                  </c:pt>
                  <c:pt idx="124">
                    <c:v>2013</c:v>
                  </c:pt>
                  <c:pt idx="125">
                    <c:v>2013</c:v>
                  </c:pt>
                  <c:pt idx="126">
                    <c:v>2013</c:v>
                  </c:pt>
                  <c:pt idx="127">
                    <c:v>2013</c:v>
                  </c:pt>
                  <c:pt idx="128">
                    <c:v>2013</c:v>
                  </c:pt>
                  <c:pt idx="129">
                    <c:v>2013</c:v>
                  </c:pt>
                  <c:pt idx="130">
                    <c:v>2013</c:v>
                  </c:pt>
                  <c:pt idx="131">
                    <c:v>2013</c:v>
                  </c:pt>
                  <c:pt idx="132">
                    <c:v>2013</c:v>
                  </c:pt>
                  <c:pt idx="133">
                    <c:v>2013</c:v>
                  </c:pt>
                  <c:pt idx="134">
                    <c:v>2013</c:v>
                  </c:pt>
                  <c:pt idx="135">
                    <c:v>2013</c:v>
                  </c:pt>
                  <c:pt idx="136">
                    <c:v>2013</c:v>
                  </c:pt>
                  <c:pt idx="137">
                    <c:v>2013</c:v>
                  </c:pt>
                  <c:pt idx="138">
                    <c:v>2013</c:v>
                  </c:pt>
                  <c:pt idx="139">
                    <c:v>2013</c:v>
                  </c:pt>
                  <c:pt idx="140">
                    <c:v>2013</c:v>
                  </c:pt>
                  <c:pt idx="141">
                    <c:v>2013</c:v>
                  </c:pt>
                  <c:pt idx="142">
                    <c:v>2013</c:v>
                  </c:pt>
                  <c:pt idx="143">
                    <c:v>2013</c:v>
                  </c:pt>
                  <c:pt idx="144">
                    <c:v>2013</c:v>
                  </c:pt>
                  <c:pt idx="145">
                    <c:v>2013</c:v>
                  </c:pt>
                  <c:pt idx="146">
                    <c:v>2013</c:v>
                  </c:pt>
                  <c:pt idx="147">
                    <c:v>2013</c:v>
                  </c:pt>
                  <c:pt idx="148">
                    <c:v>2013</c:v>
                  </c:pt>
                  <c:pt idx="149">
                    <c:v>2013</c:v>
                  </c:pt>
                  <c:pt idx="150">
                    <c:v>2013</c:v>
                  </c:pt>
                  <c:pt idx="151">
                    <c:v>2013</c:v>
                  </c:pt>
                  <c:pt idx="152">
                    <c:v>2013</c:v>
                  </c:pt>
                  <c:pt idx="153">
                    <c:v>2014</c:v>
                  </c:pt>
                  <c:pt idx="154">
                    <c:v>2014</c:v>
                  </c:pt>
                  <c:pt idx="155">
                    <c:v>2014</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2014</c:v>
                  </c:pt>
                  <c:pt idx="169">
                    <c:v>2014</c:v>
                  </c:pt>
                  <c:pt idx="170">
                    <c:v>2014</c:v>
                  </c:pt>
                  <c:pt idx="171">
                    <c:v>2014</c:v>
                  </c:pt>
                  <c:pt idx="172">
                    <c:v>2014</c:v>
                  </c:pt>
                  <c:pt idx="173">
                    <c:v>2014</c:v>
                  </c:pt>
                  <c:pt idx="174">
                    <c:v>2014</c:v>
                  </c:pt>
                  <c:pt idx="175">
                    <c:v>2014</c:v>
                  </c:pt>
                  <c:pt idx="176">
                    <c:v>2014</c:v>
                  </c:pt>
                  <c:pt idx="177">
                    <c:v>2014</c:v>
                  </c:pt>
                  <c:pt idx="178">
                    <c:v>2014</c:v>
                  </c:pt>
                  <c:pt idx="179">
                    <c:v>2014</c:v>
                  </c:pt>
                  <c:pt idx="180">
                    <c:v>2014</c:v>
                  </c:pt>
                  <c:pt idx="181">
                    <c:v>2014</c:v>
                  </c:pt>
                  <c:pt idx="182">
                    <c:v>2014</c:v>
                  </c:pt>
                  <c:pt idx="183">
                    <c:v>2014</c:v>
                  </c:pt>
                  <c:pt idx="184">
                    <c:v>2014</c:v>
                  </c:pt>
                  <c:pt idx="185">
                    <c:v>2014</c:v>
                  </c:pt>
                  <c:pt idx="186">
                    <c:v>2014</c:v>
                  </c:pt>
                  <c:pt idx="187">
                    <c:v>2014</c:v>
                  </c:pt>
                  <c:pt idx="188">
                    <c:v>2014</c:v>
                  </c:pt>
                  <c:pt idx="189">
                    <c:v>2014</c:v>
                  </c:pt>
                  <c:pt idx="190">
                    <c:v>2014</c:v>
                  </c:pt>
                  <c:pt idx="191">
                    <c:v>2014</c:v>
                  </c:pt>
                  <c:pt idx="192">
                    <c:v>2014</c:v>
                  </c:pt>
                  <c:pt idx="193">
                    <c:v>2014</c:v>
                  </c:pt>
                  <c:pt idx="194">
                    <c:v>2014</c:v>
                  </c:pt>
                  <c:pt idx="195">
                    <c:v>2014</c:v>
                  </c:pt>
                  <c:pt idx="196">
                    <c:v>2014</c:v>
                  </c:pt>
                  <c:pt idx="197">
                    <c:v>2014</c:v>
                  </c:pt>
                  <c:pt idx="198">
                    <c:v>2014</c:v>
                  </c:pt>
                  <c:pt idx="199">
                    <c:v>2014</c:v>
                  </c:pt>
                  <c:pt idx="200">
                    <c:v>2014</c:v>
                  </c:pt>
                  <c:pt idx="201">
                    <c:v>2014</c:v>
                  </c:pt>
                  <c:pt idx="202">
                    <c:v>2014</c:v>
                  </c:pt>
                  <c:pt idx="203">
                    <c:v>2014</c:v>
                  </c:pt>
                  <c:pt idx="204">
                    <c:v>2015</c:v>
                  </c:pt>
                  <c:pt idx="205">
                    <c:v>2015</c:v>
                  </c:pt>
                  <c:pt idx="206">
                    <c:v>2015</c:v>
                  </c:pt>
                  <c:pt idx="207">
                    <c:v>2015</c:v>
                  </c:pt>
                  <c:pt idx="208">
                    <c:v>2015</c:v>
                  </c:pt>
                  <c:pt idx="209">
                    <c:v>2015</c:v>
                  </c:pt>
                  <c:pt idx="210">
                    <c:v>2015</c:v>
                  </c:pt>
                  <c:pt idx="211">
                    <c:v>2015</c:v>
                  </c:pt>
                  <c:pt idx="212">
                    <c:v>2015</c:v>
                  </c:pt>
                  <c:pt idx="213">
                    <c:v>2015</c:v>
                  </c:pt>
                  <c:pt idx="214">
                    <c:v>2015</c:v>
                  </c:pt>
                  <c:pt idx="215">
                    <c:v>2015</c:v>
                  </c:pt>
                  <c:pt idx="216">
                    <c:v>2015</c:v>
                  </c:pt>
                  <c:pt idx="217">
                    <c:v>2015</c:v>
                  </c:pt>
                  <c:pt idx="218">
                    <c:v>2015</c:v>
                  </c:pt>
                  <c:pt idx="219">
                    <c:v>2015</c:v>
                  </c:pt>
                  <c:pt idx="220">
                    <c:v>2015</c:v>
                  </c:pt>
                  <c:pt idx="221">
                    <c:v>2015</c:v>
                  </c:pt>
                  <c:pt idx="222">
                    <c:v>2015</c:v>
                  </c:pt>
                  <c:pt idx="223">
                    <c:v>2015</c:v>
                  </c:pt>
                  <c:pt idx="224">
                    <c:v>2015</c:v>
                  </c:pt>
                  <c:pt idx="225">
                    <c:v>2015</c:v>
                  </c:pt>
                  <c:pt idx="226">
                    <c:v>2015</c:v>
                  </c:pt>
                  <c:pt idx="227">
                    <c:v>2015</c:v>
                  </c:pt>
                  <c:pt idx="228">
                    <c:v>2015</c:v>
                  </c:pt>
                  <c:pt idx="229">
                    <c:v>2015</c:v>
                  </c:pt>
                  <c:pt idx="230">
                    <c:v>2015</c:v>
                  </c:pt>
                  <c:pt idx="231">
                    <c:v>2015</c:v>
                  </c:pt>
                  <c:pt idx="232">
                    <c:v>2015</c:v>
                  </c:pt>
                  <c:pt idx="233">
                    <c:v>2015</c:v>
                  </c:pt>
                  <c:pt idx="234">
                    <c:v>2015</c:v>
                  </c:pt>
                  <c:pt idx="235">
                    <c:v>2015</c:v>
                  </c:pt>
                  <c:pt idx="236">
                    <c:v>2015</c:v>
                  </c:pt>
                  <c:pt idx="237">
                    <c:v>2015</c:v>
                  </c:pt>
                  <c:pt idx="238">
                    <c:v>2015</c:v>
                  </c:pt>
                  <c:pt idx="239">
                    <c:v>2015</c:v>
                  </c:pt>
                  <c:pt idx="240">
                    <c:v>2015</c:v>
                  </c:pt>
                  <c:pt idx="241">
                    <c:v>2015</c:v>
                  </c:pt>
                  <c:pt idx="242">
                    <c:v>2015</c:v>
                  </c:pt>
                  <c:pt idx="243">
                    <c:v>2015</c:v>
                  </c:pt>
                  <c:pt idx="244">
                    <c:v>2015</c:v>
                  </c:pt>
                  <c:pt idx="245">
                    <c:v>2015</c:v>
                  </c:pt>
                  <c:pt idx="246">
                    <c:v>2015</c:v>
                  </c:pt>
                  <c:pt idx="247">
                    <c:v>2015</c:v>
                  </c:pt>
                  <c:pt idx="248">
                    <c:v>2015</c:v>
                  </c:pt>
                  <c:pt idx="249">
                    <c:v>2015</c:v>
                  </c:pt>
                  <c:pt idx="250">
                    <c:v>2015</c:v>
                  </c:pt>
                  <c:pt idx="251">
                    <c:v>2015</c:v>
                  </c:pt>
                  <c:pt idx="252">
                    <c:v>2015</c:v>
                  </c:pt>
                  <c:pt idx="253">
                    <c:v>2015</c:v>
                  </c:pt>
                  <c:pt idx="254">
                    <c:v>2015</c:v>
                  </c:pt>
                  <c:pt idx="255">
                    <c:v>2016</c:v>
                  </c:pt>
                  <c:pt idx="256">
                    <c:v>2016</c:v>
                  </c:pt>
                  <c:pt idx="257">
                    <c:v>2016</c:v>
                  </c:pt>
                  <c:pt idx="258">
                    <c:v>2016</c:v>
                  </c:pt>
                  <c:pt idx="259">
                    <c:v>2016</c:v>
                  </c:pt>
                  <c:pt idx="260">
                    <c:v>2016</c:v>
                  </c:pt>
                  <c:pt idx="261">
                    <c:v>2016</c:v>
                  </c:pt>
                  <c:pt idx="262">
                    <c:v>2016</c:v>
                  </c:pt>
                  <c:pt idx="263">
                    <c:v>2016</c:v>
                  </c:pt>
                  <c:pt idx="264">
                    <c:v>2016</c:v>
                  </c:pt>
                  <c:pt idx="265">
                    <c:v>2016</c:v>
                  </c:pt>
                  <c:pt idx="266">
                    <c:v>2016</c:v>
                  </c:pt>
                  <c:pt idx="267">
                    <c:v>2016</c:v>
                  </c:pt>
                  <c:pt idx="268">
                    <c:v>2016</c:v>
                  </c:pt>
                  <c:pt idx="269">
                    <c:v>2016</c:v>
                  </c:pt>
                  <c:pt idx="270">
                    <c:v>2016</c:v>
                  </c:pt>
                  <c:pt idx="271">
                    <c:v>2016</c:v>
                  </c:pt>
                  <c:pt idx="272">
                    <c:v>2016</c:v>
                  </c:pt>
                  <c:pt idx="273">
                    <c:v>2016</c:v>
                  </c:pt>
                  <c:pt idx="274">
                    <c:v>2016</c:v>
                  </c:pt>
                  <c:pt idx="275">
                    <c:v>2016</c:v>
                  </c:pt>
                  <c:pt idx="276">
                    <c:v>2016</c:v>
                  </c:pt>
                  <c:pt idx="277">
                    <c:v>2016</c:v>
                  </c:pt>
                  <c:pt idx="278">
                    <c:v>2016</c:v>
                  </c:pt>
                  <c:pt idx="279">
                    <c:v>2016</c:v>
                  </c:pt>
                  <c:pt idx="280">
                    <c:v>2016</c:v>
                  </c:pt>
                  <c:pt idx="281">
                    <c:v>2016</c:v>
                  </c:pt>
                  <c:pt idx="282">
                    <c:v>2016</c:v>
                  </c:pt>
                  <c:pt idx="283">
                    <c:v>2016</c:v>
                  </c:pt>
                  <c:pt idx="284">
                    <c:v>2016</c:v>
                  </c:pt>
                  <c:pt idx="285">
                    <c:v>2016</c:v>
                  </c:pt>
                  <c:pt idx="286">
                    <c:v>2016</c:v>
                  </c:pt>
                  <c:pt idx="287">
                    <c:v>2016</c:v>
                  </c:pt>
                  <c:pt idx="288">
                    <c:v>2016</c:v>
                  </c:pt>
                  <c:pt idx="289">
                    <c:v>2016</c:v>
                  </c:pt>
                  <c:pt idx="290">
                    <c:v>2016</c:v>
                  </c:pt>
                  <c:pt idx="291">
                    <c:v>2016</c:v>
                  </c:pt>
                  <c:pt idx="292">
                    <c:v>2016</c:v>
                  </c:pt>
                  <c:pt idx="293">
                    <c:v>2016</c:v>
                  </c:pt>
                  <c:pt idx="294">
                    <c:v>2016</c:v>
                  </c:pt>
                  <c:pt idx="295">
                    <c:v>2016</c:v>
                  </c:pt>
                  <c:pt idx="296">
                    <c:v>2016</c:v>
                  </c:pt>
                  <c:pt idx="297">
                    <c:v>2016</c:v>
                  </c:pt>
                  <c:pt idx="298">
                    <c:v>2016</c:v>
                  </c:pt>
                  <c:pt idx="299">
                    <c:v>2016</c:v>
                  </c:pt>
                  <c:pt idx="300">
                    <c:v>2016</c:v>
                  </c:pt>
                  <c:pt idx="301">
                    <c:v>2016</c:v>
                  </c:pt>
                  <c:pt idx="302">
                    <c:v>2016</c:v>
                  </c:pt>
                  <c:pt idx="303">
                    <c:v>2016</c:v>
                  </c:pt>
                  <c:pt idx="304">
                    <c:v>2016</c:v>
                  </c:pt>
                  <c:pt idx="305">
                    <c:v>2016</c:v>
                  </c:pt>
                  <c:pt idx="306">
                    <c:v>2017</c:v>
                  </c:pt>
                  <c:pt idx="307">
                    <c:v>2017</c:v>
                  </c:pt>
                  <c:pt idx="308">
                    <c:v>2017</c:v>
                  </c:pt>
                  <c:pt idx="309">
                    <c:v>2017</c:v>
                  </c:pt>
                  <c:pt idx="310">
                    <c:v>2017</c:v>
                  </c:pt>
                  <c:pt idx="311">
                    <c:v>2017</c:v>
                  </c:pt>
                  <c:pt idx="312">
                    <c:v>2017</c:v>
                  </c:pt>
                  <c:pt idx="313">
                    <c:v>2017</c:v>
                  </c:pt>
                  <c:pt idx="314">
                    <c:v>2017</c:v>
                  </c:pt>
                  <c:pt idx="315">
                    <c:v>2017</c:v>
                  </c:pt>
                  <c:pt idx="316">
                    <c:v>2017</c:v>
                  </c:pt>
                  <c:pt idx="317">
                    <c:v>2017</c:v>
                  </c:pt>
                  <c:pt idx="318">
                    <c:v>2017</c:v>
                  </c:pt>
                  <c:pt idx="319">
                    <c:v>2017</c:v>
                  </c:pt>
                  <c:pt idx="320">
                    <c:v>2017</c:v>
                  </c:pt>
                  <c:pt idx="321">
                    <c:v>2017</c:v>
                  </c:pt>
                  <c:pt idx="322">
                    <c:v>2017</c:v>
                  </c:pt>
                  <c:pt idx="323">
                    <c:v>2017</c:v>
                  </c:pt>
                  <c:pt idx="324">
                    <c:v>2017</c:v>
                  </c:pt>
                  <c:pt idx="325">
                    <c:v>2017</c:v>
                  </c:pt>
                  <c:pt idx="326">
                    <c:v>2017</c:v>
                  </c:pt>
                  <c:pt idx="327">
                    <c:v>2017</c:v>
                  </c:pt>
                  <c:pt idx="328">
                    <c:v>2017</c:v>
                  </c:pt>
                  <c:pt idx="329">
                    <c:v>2017</c:v>
                  </c:pt>
                  <c:pt idx="330">
                    <c:v>2017</c:v>
                  </c:pt>
                  <c:pt idx="331">
                    <c:v>2017</c:v>
                  </c:pt>
                  <c:pt idx="332">
                    <c:v>2017</c:v>
                  </c:pt>
                  <c:pt idx="333">
                    <c:v>2017</c:v>
                  </c:pt>
                  <c:pt idx="334">
                    <c:v>2017</c:v>
                  </c:pt>
                  <c:pt idx="335">
                    <c:v>2017</c:v>
                  </c:pt>
                  <c:pt idx="336">
                    <c:v>2017</c:v>
                  </c:pt>
                  <c:pt idx="337">
                    <c:v>2017</c:v>
                  </c:pt>
                  <c:pt idx="338">
                    <c:v>2017</c:v>
                  </c:pt>
                  <c:pt idx="339">
                    <c:v>2017</c:v>
                  </c:pt>
                  <c:pt idx="340">
                    <c:v>2017</c:v>
                  </c:pt>
                  <c:pt idx="341">
                    <c:v>2017</c:v>
                  </c:pt>
                  <c:pt idx="342">
                    <c:v>2017</c:v>
                  </c:pt>
                  <c:pt idx="343">
                    <c:v>2017</c:v>
                  </c:pt>
                  <c:pt idx="344">
                    <c:v>2017</c:v>
                  </c:pt>
                  <c:pt idx="345">
                    <c:v>2017</c:v>
                  </c:pt>
                  <c:pt idx="346">
                    <c:v>2017</c:v>
                  </c:pt>
                  <c:pt idx="347">
                    <c:v>2017</c:v>
                  </c:pt>
                  <c:pt idx="348">
                    <c:v>2017</c:v>
                  </c:pt>
                  <c:pt idx="349">
                    <c:v>2017</c:v>
                  </c:pt>
                  <c:pt idx="350">
                    <c:v>2017</c:v>
                  </c:pt>
                  <c:pt idx="351">
                    <c:v>2017</c:v>
                  </c:pt>
                  <c:pt idx="352">
                    <c:v>2017</c:v>
                  </c:pt>
                  <c:pt idx="353">
                    <c:v>2017</c:v>
                  </c:pt>
                  <c:pt idx="354">
                    <c:v>2017</c:v>
                  </c:pt>
                  <c:pt idx="355">
                    <c:v>2017</c:v>
                  </c:pt>
                  <c:pt idx="356">
                    <c:v>2017</c:v>
                  </c:pt>
                  <c:pt idx="357">
                    <c:v>2017</c:v>
                  </c:pt>
                  <c:pt idx="358">
                    <c:v>2018</c:v>
                  </c:pt>
                  <c:pt idx="359">
                    <c:v>2018</c:v>
                  </c:pt>
                  <c:pt idx="360">
                    <c:v>2018</c:v>
                  </c:pt>
                  <c:pt idx="361">
                    <c:v>2018</c:v>
                  </c:pt>
                  <c:pt idx="362">
                    <c:v>2018</c:v>
                  </c:pt>
                  <c:pt idx="363">
                    <c:v>2018</c:v>
                  </c:pt>
                  <c:pt idx="364">
                    <c:v>2018</c:v>
                  </c:pt>
                  <c:pt idx="365">
                    <c:v>2018</c:v>
                  </c:pt>
                  <c:pt idx="366">
                    <c:v>2018</c:v>
                  </c:pt>
                  <c:pt idx="367">
                    <c:v>2018</c:v>
                  </c:pt>
                  <c:pt idx="368">
                    <c:v>2018</c:v>
                  </c:pt>
                  <c:pt idx="369">
                    <c:v>2018</c:v>
                  </c:pt>
                  <c:pt idx="370">
                    <c:v>2018</c:v>
                  </c:pt>
                  <c:pt idx="371">
                    <c:v>2018</c:v>
                  </c:pt>
                  <c:pt idx="372">
                    <c:v>2018</c:v>
                  </c:pt>
                  <c:pt idx="373">
                    <c:v>2018</c:v>
                  </c:pt>
                  <c:pt idx="374">
                    <c:v>2018</c:v>
                  </c:pt>
                  <c:pt idx="375">
                    <c:v>2018</c:v>
                  </c:pt>
                  <c:pt idx="376">
                    <c:v>2018</c:v>
                  </c:pt>
                  <c:pt idx="377">
                    <c:v>2018</c:v>
                  </c:pt>
                  <c:pt idx="378">
                    <c:v>2018</c:v>
                  </c:pt>
                  <c:pt idx="379">
                    <c:v>2018</c:v>
                  </c:pt>
                  <c:pt idx="380">
                    <c:v>2018</c:v>
                  </c:pt>
                  <c:pt idx="381">
                    <c:v>2018</c:v>
                  </c:pt>
                  <c:pt idx="382">
                    <c:v>2018</c:v>
                  </c:pt>
                  <c:pt idx="383">
                    <c:v>2018</c:v>
                  </c:pt>
                  <c:pt idx="384">
                    <c:v>2018</c:v>
                  </c:pt>
                  <c:pt idx="385">
                    <c:v>2018</c:v>
                  </c:pt>
                  <c:pt idx="386">
                    <c:v>2018</c:v>
                  </c:pt>
                  <c:pt idx="387">
                    <c:v>2018</c:v>
                  </c:pt>
                  <c:pt idx="388">
                    <c:v>2018</c:v>
                  </c:pt>
                  <c:pt idx="389">
                    <c:v>2018</c:v>
                  </c:pt>
                  <c:pt idx="390">
                    <c:v>2018</c:v>
                  </c:pt>
                  <c:pt idx="391">
                    <c:v>2018</c:v>
                  </c:pt>
                  <c:pt idx="392">
                    <c:v>2018</c:v>
                  </c:pt>
                  <c:pt idx="393">
                    <c:v>2018</c:v>
                  </c:pt>
                  <c:pt idx="394">
                    <c:v>2018</c:v>
                  </c:pt>
                  <c:pt idx="395">
                    <c:v>2018</c:v>
                  </c:pt>
                  <c:pt idx="396">
                    <c:v>2018</c:v>
                  </c:pt>
                  <c:pt idx="397">
                    <c:v>2018</c:v>
                  </c:pt>
                  <c:pt idx="398">
                    <c:v>2018</c:v>
                  </c:pt>
                  <c:pt idx="399">
                    <c:v>2018</c:v>
                  </c:pt>
                  <c:pt idx="400">
                    <c:v>2018</c:v>
                  </c:pt>
                  <c:pt idx="401">
                    <c:v>2018</c:v>
                  </c:pt>
                  <c:pt idx="402">
                    <c:v>2018</c:v>
                  </c:pt>
                  <c:pt idx="403">
                    <c:v>2018</c:v>
                  </c:pt>
                  <c:pt idx="404">
                    <c:v>2018</c:v>
                  </c:pt>
                  <c:pt idx="405">
                    <c:v>2018</c:v>
                  </c:pt>
                  <c:pt idx="406">
                    <c:v>2018</c:v>
                  </c:pt>
                  <c:pt idx="407">
                    <c:v>2018</c:v>
                  </c:pt>
                  <c:pt idx="408">
                    <c:v>2018</c:v>
                  </c:pt>
                  <c:pt idx="409">
                    <c:v>2018</c:v>
                  </c:pt>
                  <c:pt idx="410">
                    <c:v>2018</c:v>
                  </c:pt>
                  <c:pt idx="411">
                    <c:v>2019</c:v>
                  </c:pt>
                  <c:pt idx="412">
                    <c:v>2019</c:v>
                  </c:pt>
                  <c:pt idx="413">
                    <c:v>2019</c:v>
                  </c:pt>
                  <c:pt idx="414">
                    <c:v>2019</c:v>
                  </c:pt>
                  <c:pt idx="415">
                    <c:v>2019</c:v>
                  </c:pt>
                  <c:pt idx="416">
                    <c:v>2019</c:v>
                  </c:pt>
                  <c:pt idx="417">
                    <c:v>2019</c:v>
                  </c:pt>
                  <c:pt idx="418">
                    <c:v>2019</c:v>
                  </c:pt>
                  <c:pt idx="419">
                    <c:v>2019</c:v>
                  </c:pt>
                  <c:pt idx="420">
                    <c:v>2019</c:v>
                  </c:pt>
                  <c:pt idx="421">
                    <c:v>2019</c:v>
                  </c:pt>
                  <c:pt idx="422">
                    <c:v>2019</c:v>
                  </c:pt>
                  <c:pt idx="423">
                    <c:v>2019</c:v>
                  </c:pt>
                  <c:pt idx="424">
                    <c:v>2019</c:v>
                  </c:pt>
                  <c:pt idx="425">
                    <c:v>2019</c:v>
                  </c:pt>
                  <c:pt idx="426">
                    <c:v>2019</c:v>
                  </c:pt>
                  <c:pt idx="427">
                    <c:v>2019</c:v>
                  </c:pt>
                  <c:pt idx="428">
                    <c:v>2019</c:v>
                  </c:pt>
                  <c:pt idx="429">
                    <c:v>2019</c:v>
                  </c:pt>
                  <c:pt idx="430">
                    <c:v>2019</c:v>
                  </c:pt>
                  <c:pt idx="431">
                    <c:v>2019</c:v>
                  </c:pt>
                  <c:pt idx="432">
                    <c:v>2019</c:v>
                  </c:pt>
                  <c:pt idx="433">
                    <c:v>2019</c:v>
                  </c:pt>
                  <c:pt idx="434">
                    <c:v>2019</c:v>
                  </c:pt>
                  <c:pt idx="435">
                    <c:v>2019</c:v>
                  </c:pt>
                  <c:pt idx="436">
                    <c:v>2019</c:v>
                  </c:pt>
                  <c:pt idx="437">
                    <c:v>2019</c:v>
                  </c:pt>
                  <c:pt idx="438">
                    <c:v>2019</c:v>
                  </c:pt>
                  <c:pt idx="439">
                    <c:v>2019</c:v>
                  </c:pt>
                  <c:pt idx="440">
                    <c:v>2019</c:v>
                  </c:pt>
                  <c:pt idx="441">
                    <c:v>2019</c:v>
                  </c:pt>
                  <c:pt idx="442">
                    <c:v>2019</c:v>
                  </c:pt>
                  <c:pt idx="443">
                    <c:v>2019</c:v>
                  </c:pt>
                  <c:pt idx="444">
                    <c:v>2019</c:v>
                  </c:pt>
                  <c:pt idx="445">
                    <c:v>2019</c:v>
                  </c:pt>
                  <c:pt idx="446">
                    <c:v>2019</c:v>
                  </c:pt>
                  <c:pt idx="447">
                    <c:v>2019</c:v>
                  </c:pt>
                  <c:pt idx="448">
                    <c:v>2019</c:v>
                  </c:pt>
                  <c:pt idx="449">
                    <c:v>2019</c:v>
                  </c:pt>
                  <c:pt idx="450">
                    <c:v>2019</c:v>
                  </c:pt>
                  <c:pt idx="451">
                    <c:v>2019</c:v>
                  </c:pt>
                  <c:pt idx="452">
                    <c:v>2019</c:v>
                  </c:pt>
                  <c:pt idx="453">
                    <c:v>2019</c:v>
                  </c:pt>
                  <c:pt idx="454">
                    <c:v>2019</c:v>
                  </c:pt>
                  <c:pt idx="455">
                    <c:v>2019</c:v>
                  </c:pt>
                  <c:pt idx="456">
                    <c:v>2019</c:v>
                  </c:pt>
                  <c:pt idx="457">
                    <c:v>2019</c:v>
                  </c:pt>
                  <c:pt idx="458">
                    <c:v>2019</c:v>
                  </c:pt>
                  <c:pt idx="459">
                    <c:v>2019</c:v>
                  </c:pt>
                  <c:pt idx="460">
                    <c:v>2019</c:v>
                  </c:pt>
                  <c:pt idx="461">
                    <c:v>2019</c:v>
                  </c:pt>
                  <c:pt idx="462">
                    <c:v>2019</c:v>
                  </c:pt>
                  <c:pt idx="463">
                    <c:v>2020</c:v>
                  </c:pt>
                  <c:pt idx="464">
                    <c:v>2020</c:v>
                  </c:pt>
                  <c:pt idx="465">
                    <c:v>2020</c:v>
                  </c:pt>
                  <c:pt idx="466">
                    <c:v>2020</c:v>
                  </c:pt>
                  <c:pt idx="467">
                    <c:v>2020</c:v>
                  </c:pt>
                  <c:pt idx="468">
                    <c:v>2020</c:v>
                  </c:pt>
                  <c:pt idx="469">
                    <c:v>2020</c:v>
                  </c:pt>
                  <c:pt idx="470">
                    <c:v>2020</c:v>
                  </c:pt>
                  <c:pt idx="471">
                    <c:v>2020</c:v>
                  </c:pt>
                  <c:pt idx="472">
                    <c:v>2020</c:v>
                  </c:pt>
                  <c:pt idx="473">
                    <c:v>2020</c:v>
                  </c:pt>
                  <c:pt idx="474">
                    <c:v>2020</c:v>
                  </c:pt>
                  <c:pt idx="475">
                    <c:v>2020</c:v>
                  </c:pt>
                  <c:pt idx="476">
                    <c:v>2020</c:v>
                  </c:pt>
                  <c:pt idx="477">
                    <c:v>2020</c:v>
                  </c:pt>
                  <c:pt idx="478">
                    <c:v>2020</c:v>
                  </c:pt>
                  <c:pt idx="479">
                    <c:v>2020</c:v>
                  </c:pt>
                  <c:pt idx="480">
                    <c:v>2020</c:v>
                  </c:pt>
                  <c:pt idx="481">
                    <c:v>2020</c:v>
                  </c:pt>
                  <c:pt idx="482">
                    <c:v>2020</c:v>
                  </c:pt>
                  <c:pt idx="483">
                    <c:v>2020</c:v>
                  </c:pt>
                  <c:pt idx="484">
                    <c:v>2020</c:v>
                  </c:pt>
                  <c:pt idx="485">
                    <c:v>2020</c:v>
                  </c:pt>
                  <c:pt idx="486">
                    <c:v>2020</c:v>
                  </c:pt>
                  <c:pt idx="487">
                    <c:v>2020</c:v>
                  </c:pt>
                  <c:pt idx="488">
                    <c:v>2020</c:v>
                  </c:pt>
                  <c:pt idx="489">
                    <c:v>2020</c:v>
                  </c:pt>
                  <c:pt idx="490">
                    <c:v>2020</c:v>
                  </c:pt>
                  <c:pt idx="491">
                    <c:v>2020</c:v>
                  </c:pt>
                  <c:pt idx="492">
                    <c:v>2020</c:v>
                  </c:pt>
                  <c:pt idx="493">
                    <c:v>2020</c:v>
                  </c:pt>
                  <c:pt idx="494">
                    <c:v>2020</c:v>
                  </c:pt>
                  <c:pt idx="495">
                    <c:v>2020</c:v>
                  </c:pt>
                  <c:pt idx="496">
                    <c:v>2020</c:v>
                  </c:pt>
                  <c:pt idx="497">
                    <c:v>2020</c:v>
                  </c:pt>
                  <c:pt idx="498">
                    <c:v>2020</c:v>
                  </c:pt>
                  <c:pt idx="499">
                    <c:v>2020</c:v>
                  </c:pt>
                  <c:pt idx="500">
                    <c:v>2020</c:v>
                  </c:pt>
                  <c:pt idx="501">
                    <c:v>2020</c:v>
                  </c:pt>
                  <c:pt idx="502">
                    <c:v>2020</c:v>
                  </c:pt>
                  <c:pt idx="503">
                    <c:v>2020</c:v>
                  </c:pt>
                  <c:pt idx="504">
                    <c:v>2020</c:v>
                  </c:pt>
                  <c:pt idx="505">
                    <c:v>2020</c:v>
                  </c:pt>
                  <c:pt idx="506">
                    <c:v>2020</c:v>
                  </c:pt>
                  <c:pt idx="507">
                    <c:v>2020</c:v>
                  </c:pt>
                  <c:pt idx="508">
                    <c:v>2020</c:v>
                  </c:pt>
                  <c:pt idx="509">
                    <c:v>2020</c:v>
                  </c:pt>
                  <c:pt idx="510">
                    <c:v>2020</c:v>
                  </c:pt>
                  <c:pt idx="511">
                    <c:v>2020</c:v>
                  </c:pt>
                  <c:pt idx="512">
                    <c:v>2020</c:v>
                  </c:pt>
                  <c:pt idx="513">
                    <c:v>2020</c:v>
                  </c:pt>
                  <c:pt idx="514">
                    <c:v>2020</c:v>
                  </c:pt>
                  <c:pt idx="515">
                    <c:v>2021</c:v>
                  </c:pt>
                  <c:pt idx="516">
                    <c:v>2021</c:v>
                  </c:pt>
                  <c:pt idx="517">
                    <c:v>2021</c:v>
                  </c:pt>
                  <c:pt idx="518">
                    <c:v>2021</c:v>
                  </c:pt>
                  <c:pt idx="519">
                    <c:v>2021</c:v>
                  </c:pt>
                  <c:pt idx="520">
                    <c:v>2021</c:v>
                  </c:pt>
                  <c:pt idx="521">
                    <c:v>2021</c:v>
                  </c:pt>
                  <c:pt idx="522">
                    <c:v>2021</c:v>
                  </c:pt>
                  <c:pt idx="523">
                    <c:v>2021</c:v>
                  </c:pt>
                  <c:pt idx="524">
                    <c:v>2021</c:v>
                  </c:pt>
                  <c:pt idx="525">
                    <c:v>2021</c:v>
                  </c:pt>
                  <c:pt idx="526">
                    <c:v>2021</c:v>
                  </c:pt>
                  <c:pt idx="527">
                    <c:v>2021</c:v>
                  </c:pt>
                  <c:pt idx="528">
                    <c:v>2021</c:v>
                  </c:pt>
                  <c:pt idx="529">
                    <c:v>2021</c:v>
                  </c:pt>
                  <c:pt idx="530">
                    <c:v>2021</c:v>
                  </c:pt>
                  <c:pt idx="531">
                    <c:v>2021</c:v>
                  </c:pt>
                  <c:pt idx="532">
                    <c:v>2021</c:v>
                  </c:pt>
                  <c:pt idx="533">
                    <c:v>2021</c:v>
                  </c:pt>
                  <c:pt idx="534">
                    <c:v>2021</c:v>
                  </c:pt>
                  <c:pt idx="535">
                    <c:v>2021</c:v>
                  </c:pt>
                  <c:pt idx="536">
                    <c:v>2021</c:v>
                  </c:pt>
                  <c:pt idx="537">
                    <c:v>2021</c:v>
                  </c:pt>
                  <c:pt idx="538">
                    <c:v>2021</c:v>
                  </c:pt>
                  <c:pt idx="539">
                    <c:v>2021</c:v>
                  </c:pt>
                  <c:pt idx="540">
                    <c:v>2021</c:v>
                  </c:pt>
                  <c:pt idx="541">
                    <c:v>2021</c:v>
                  </c:pt>
                  <c:pt idx="542">
                    <c:v>2021</c:v>
                  </c:pt>
                  <c:pt idx="543">
                    <c:v>2021</c:v>
                  </c:pt>
                  <c:pt idx="544">
                    <c:v>2021</c:v>
                  </c:pt>
                  <c:pt idx="545">
                    <c:v>2021</c:v>
                  </c:pt>
                  <c:pt idx="546">
                    <c:v>2021</c:v>
                  </c:pt>
                  <c:pt idx="547">
                    <c:v>2021</c:v>
                  </c:pt>
                  <c:pt idx="548">
                    <c:v>2021</c:v>
                  </c:pt>
                  <c:pt idx="549">
                    <c:v>2021</c:v>
                  </c:pt>
                  <c:pt idx="550">
                    <c:v>2021</c:v>
                  </c:pt>
                  <c:pt idx="551">
                    <c:v>2021</c:v>
                  </c:pt>
                  <c:pt idx="552">
                    <c:v>2021</c:v>
                  </c:pt>
                  <c:pt idx="553">
                    <c:v>2021</c:v>
                  </c:pt>
                  <c:pt idx="554">
                    <c:v>2021</c:v>
                  </c:pt>
                  <c:pt idx="555">
                    <c:v>2021</c:v>
                  </c:pt>
                  <c:pt idx="556">
                    <c:v>2021</c:v>
                  </c:pt>
                  <c:pt idx="557">
                    <c:v>2021</c:v>
                  </c:pt>
                  <c:pt idx="558">
                    <c:v>2021</c:v>
                  </c:pt>
                  <c:pt idx="559">
                    <c:v>2021</c:v>
                  </c:pt>
                  <c:pt idx="560">
                    <c:v>2021</c:v>
                  </c:pt>
                  <c:pt idx="561">
                    <c:v>2021</c:v>
                  </c:pt>
                  <c:pt idx="562">
                    <c:v>2021</c:v>
                  </c:pt>
                  <c:pt idx="563">
                    <c:v>2021</c:v>
                  </c:pt>
                  <c:pt idx="564">
                    <c:v>2021</c:v>
                  </c:pt>
                  <c:pt idx="565">
                    <c:v>2021</c:v>
                  </c:pt>
                  <c:pt idx="566">
                    <c:v>2021</c:v>
                  </c:pt>
                  <c:pt idx="567">
                    <c:v>2022</c:v>
                  </c:pt>
                  <c:pt idx="568">
                    <c:v>2022</c:v>
                  </c:pt>
                  <c:pt idx="569">
                    <c:v>2022</c:v>
                  </c:pt>
                  <c:pt idx="570">
                    <c:v>2022</c:v>
                  </c:pt>
                  <c:pt idx="571">
                    <c:v>2022</c:v>
                  </c:pt>
                  <c:pt idx="572">
                    <c:v>2022</c:v>
                  </c:pt>
                  <c:pt idx="573">
                    <c:v>2022</c:v>
                  </c:pt>
                  <c:pt idx="574">
                    <c:v>2022</c:v>
                  </c:pt>
                  <c:pt idx="575">
                    <c:v>2022</c:v>
                  </c:pt>
                  <c:pt idx="576">
                    <c:v>2022</c:v>
                  </c:pt>
                  <c:pt idx="577">
                    <c:v>2022</c:v>
                  </c:pt>
                  <c:pt idx="578">
                    <c:v>2022</c:v>
                  </c:pt>
                  <c:pt idx="579">
                    <c:v>2022</c:v>
                  </c:pt>
                  <c:pt idx="580">
                    <c:v>2022</c:v>
                  </c:pt>
                  <c:pt idx="581">
                    <c:v>2022</c:v>
                  </c:pt>
                  <c:pt idx="582">
                    <c:v>2022</c:v>
                  </c:pt>
                  <c:pt idx="583">
                    <c:v>2022</c:v>
                  </c:pt>
                  <c:pt idx="584">
                    <c:v>2022</c:v>
                  </c:pt>
                  <c:pt idx="585">
                    <c:v>2022</c:v>
                  </c:pt>
                  <c:pt idx="586">
                    <c:v>2022</c:v>
                  </c:pt>
                  <c:pt idx="587">
                    <c:v>2022</c:v>
                  </c:pt>
                  <c:pt idx="588">
                    <c:v>2022</c:v>
                  </c:pt>
                  <c:pt idx="589">
                    <c:v>2022</c:v>
                  </c:pt>
                  <c:pt idx="590">
                    <c:v>2022</c:v>
                  </c:pt>
                  <c:pt idx="591">
                    <c:v>2022</c:v>
                  </c:pt>
                  <c:pt idx="592">
                    <c:v>2022</c:v>
                  </c:pt>
                  <c:pt idx="593">
                    <c:v>2022</c:v>
                  </c:pt>
                  <c:pt idx="594">
                    <c:v>2022</c:v>
                  </c:pt>
                  <c:pt idx="595">
                    <c:v>2022</c:v>
                  </c:pt>
                  <c:pt idx="596">
                    <c:v>2022</c:v>
                  </c:pt>
                  <c:pt idx="597">
                    <c:v>2022</c:v>
                  </c:pt>
                  <c:pt idx="598">
                    <c:v>2022</c:v>
                  </c:pt>
                  <c:pt idx="599">
                    <c:v>2022</c:v>
                  </c:pt>
                  <c:pt idx="600">
                    <c:v>2022</c:v>
                  </c:pt>
                  <c:pt idx="601">
                    <c:v>2022</c:v>
                  </c:pt>
                  <c:pt idx="602">
                    <c:v>2022</c:v>
                  </c:pt>
                  <c:pt idx="603">
                    <c:v>2022</c:v>
                  </c:pt>
                  <c:pt idx="604">
                    <c:v>2022</c:v>
                  </c:pt>
                  <c:pt idx="605">
                    <c:v>2022</c:v>
                  </c:pt>
                  <c:pt idx="606">
                    <c:v>2022</c:v>
                  </c:pt>
                  <c:pt idx="607">
                    <c:v>2022</c:v>
                  </c:pt>
                  <c:pt idx="608">
                    <c:v>2022</c:v>
                  </c:pt>
                  <c:pt idx="609">
                    <c:v>2022</c:v>
                  </c:pt>
                  <c:pt idx="610">
                    <c:v>2022</c:v>
                  </c:pt>
                  <c:pt idx="611">
                    <c:v>2022</c:v>
                  </c:pt>
                  <c:pt idx="612">
                    <c:v>2022</c:v>
                  </c:pt>
                  <c:pt idx="613">
                    <c:v>2022</c:v>
                  </c:pt>
                  <c:pt idx="614">
                    <c:v>2022</c:v>
                  </c:pt>
                  <c:pt idx="615">
                    <c:v>2022</c:v>
                  </c:pt>
                  <c:pt idx="616">
                    <c:v>2022</c:v>
                  </c:pt>
                  <c:pt idx="617">
                    <c:v>2022</c:v>
                  </c:pt>
                  <c:pt idx="618">
                    <c:v>2022</c:v>
                  </c:pt>
                  <c:pt idx="619">
                    <c:v>2023</c:v>
                  </c:pt>
                  <c:pt idx="620">
                    <c:v>2023</c:v>
                  </c:pt>
                  <c:pt idx="621">
                    <c:v>2023</c:v>
                  </c:pt>
                  <c:pt idx="622">
                    <c:v>2023</c:v>
                  </c:pt>
                  <c:pt idx="623">
                    <c:v>2023</c:v>
                  </c:pt>
                  <c:pt idx="624">
                    <c:v>2023</c:v>
                  </c:pt>
                  <c:pt idx="625">
                    <c:v>2023</c:v>
                  </c:pt>
                  <c:pt idx="626">
                    <c:v>2023</c:v>
                  </c:pt>
                  <c:pt idx="627">
                    <c:v>2023</c:v>
                  </c:pt>
                  <c:pt idx="628">
                    <c:v>2023</c:v>
                  </c:pt>
                  <c:pt idx="629">
                    <c:v>2023</c:v>
                  </c:pt>
                  <c:pt idx="630">
                    <c:v>2023</c:v>
                  </c:pt>
                  <c:pt idx="631">
                    <c:v>2023</c:v>
                  </c:pt>
                  <c:pt idx="632">
                    <c:v>2023</c:v>
                  </c:pt>
                  <c:pt idx="633">
                    <c:v>2023</c:v>
                  </c:pt>
                  <c:pt idx="634">
                    <c:v>2023</c:v>
                  </c:pt>
                  <c:pt idx="635">
                    <c:v>2023</c:v>
                  </c:pt>
                  <c:pt idx="636">
                    <c:v>2023</c:v>
                  </c:pt>
                  <c:pt idx="637">
                    <c:v>2023</c:v>
                  </c:pt>
                  <c:pt idx="638">
                    <c:v>2023</c:v>
                  </c:pt>
                  <c:pt idx="639">
                    <c:v>2023</c:v>
                  </c:pt>
                  <c:pt idx="640">
                    <c:v>2023</c:v>
                  </c:pt>
                  <c:pt idx="641">
                    <c:v>2023</c:v>
                  </c:pt>
                  <c:pt idx="642">
                    <c:v>2023</c:v>
                  </c:pt>
                  <c:pt idx="643">
                    <c:v>2023</c:v>
                  </c:pt>
                  <c:pt idx="644">
                    <c:v>2023</c:v>
                  </c:pt>
                  <c:pt idx="645">
                    <c:v>2023</c:v>
                  </c:pt>
                  <c:pt idx="646">
                    <c:v>2023</c:v>
                  </c:pt>
                  <c:pt idx="647">
                    <c:v>2023</c:v>
                  </c:pt>
                  <c:pt idx="648">
                    <c:v>2023</c:v>
                  </c:pt>
                  <c:pt idx="649">
                    <c:v>2023</c:v>
                  </c:pt>
                  <c:pt idx="650">
                    <c:v>2023</c:v>
                  </c:pt>
                  <c:pt idx="651">
                    <c:v>2023</c:v>
                  </c:pt>
                  <c:pt idx="652">
                    <c:v>2023</c:v>
                  </c:pt>
                  <c:pt idx="653">
                    <c:v>2023</c:v>
                  </c:pt>
                  <c:pt idx="654">
                    <c:v>2023</c:v>
                  </c:pt>
                  <c:pt idx="655">
                    <c:v>2023</c:v>
                  </c:pt>
                  <c:pt idx="656">
                    <c:v>2023</c:v>
                  </c:pt>
                  <c:pt idx="657">
                    <c:v>2023</c:v>
                  </c:pt>
                  <c:pt idx="658">
                    <c:v>2023</c:v>
                  </c:pt>
                  <c:pt idx="659">
                    <c:v>2023</c:v>
                  </c:pt>
                  <c:pt idx="660">
                    <c:v>2023</c:v>
                  </c:pt>
                  <c:pt idx="661">
                    <c:v>2023</c:v>
                  </c:pt>
                  <c:pt idx="662">
                    <c:v>2023</c:v>
                  </c:pt>
                  <c:pt idx="663">
                    <c:v>2023</c:v>
                  </c:pt>
                  <c:pt idx="664">
                    <c:v>2023</c:v>
                  </c:pt>
                  <c:pt idx="665">
                    <c:v>2023</c:v>
                  </c:pt>
                  <c:pt idx="666">
                    <c:v>2023</c:v>
                  </c:pt>
                  <c:pt idx="667">
                    <c:v>2023</c:v>
                  </c:pt>
                  <c:pt idx="668">
                    <c:v>2023</c:v>
                  </c:pt>
                  <c:pt idx="669">
                    <c:v>2023</c:v>
                  </c:pt>
                  <c:pt idx="670">
                    <c:v>2023</c:v>
                  </c:pt>
                  <c:pt idx="671">
                    <c:v>2024</c:v>
                  </c:pt>
                  <c:pt idx="672">
                    <c:v>2024</c:v>
                  </c:pt>
                  <c:pt idx="673">
                    <c:v>2024</c:v>
                  </c:pt>
                  <c:pt idx="674">
                    <c:v>2024</c:v>
                  </c:pt>
                  <c:pt idx="675">
                    <c:v>2024</c:v>
                  </c:pt>
                  <c:pt idx="676">
                    <c:v>2024</c:v>
                  </c:pt>
                  <c:pt idx="677">
                    <c:v>2024</c:v>
                  </c:pt>
                  <c:pt idx="678">
                    <c:v>2024</c:v>
                  </c:pt>
                  <c:pt idx="679">
                    <c:v>2024</c:v>
                  </c:pt>
                  <c:pt idx="680">
                    <c:v>2024</c:v>
                  </c:pt>
                  <c:pt idx="681">
                    <c:v>2024</c:v>
                  </c:pt>
                  <c:pt idx="682">
                    <c:v>2024</c:v>
                  </c:pt>
                  <c:pt idx="683">
                    <c:v>2024</c:v>
                  </c:pt>
                  <c:pt idx="684">
                    <c:v>2024</c:v>
                  </c:pt>
                  <c:pt idx="685">
                    <c:v>2024</c:v>
                  </c:pt>
                  <c:pt idx="686">
                    <c:v>2024</c:v>
                  </c:pt>
                  <c:pt idx="687">
                    <c:v>2024</c:v>
                  </c:pt>
                  <c:pt idx="688">
                    <c:v>2024</c:v>
                  </c:pt>
                  <c:pt idx="689">
                    <c:v>2024</c:v>
                  </c:pt>
                  <c:pt idx="690">
                    <c:v>2024</c:v>
                  </c:pt>
                  <c:pt idx="691">
                    <c:v>2024</c:v>
                  </c:pt>
                  <c:pt idx="692">
                    <c:v>2024</c:v>
                  </c:pt>
                  <c:pt idx="693">
                    <c:v>2024</c:v>
                  </c:pt>
                  <c:pt idx="694">
                    <c:v>2024</c:v>
                  </c:pt>
                  <c:pt idx="695">
                    <c:v>2024</c:v>
                  </c:pt>
                  <c:pt idx="696">
                    <c:v>2024</c:v>
                  </c:pt>
                  <c:pt idx="697">
                    <c:v>2024</c:v>
                  </c:pt>
                  <c:pt idx="698">
                    <c:v>2024</c:v>
                  </c:pt>
                  <c:pt idx="699">
                    <c:v>2024</c:v>
                  </c:pt>
                  <c:pt idx="700">
                    <c:v>2024</c:v>
                  </c:pt>
                  <c:pt idx="701">
                    <c:v>2024</c:v>
                  </c:pt>
                  <c:pt idx="702">
                    <c:v>2024</c:v>
                  </c:pt>
                  <c:pt idx="703">
                    <c:v>2024</c:v>
                  </c:pt>
                  <c:pt idx="704">
                    <c:v>2024</c:v>
                  </c:pt>
                  <c:pt idx="705">
                    <c:v>2024</c:v>
                  </c:pt>
                  <c:pt idx="706">
                    <c:v>2024</c:v>
                  </c:pt>
                  <c:pt idx="707">
                    <c:v>2024</c:v>
                  </c:pt>
                  <c:pt idx="708">
                    <c:v>2024</c:v>
                  </c:pt>
                  <c:pt idx="709">
                    <c:v>2024</c:v>
                  </c:pt>
                  <c:pt idx="710">
                    <c:v>2024</c:v>
                  </c:pt>
                  <c:pt idx="711">
                    <c:v>2024</c:v>
                  </c:pt>
                  <c:pt idx="712">
                    <c:v>2024</c:v>
                  </c:pt>
                  <c:pt idx="713">
                    <c:v>2024</c:v>
                  </c:pt>
                  <c:pt idx="714">
                    <c:v>2024</c:v>
                  </c:pt>
                  <c:pt idx="715">
                    <c:v>2024</c:v>
                  </c:pt>
                  <c:pt idx="716">
                    <c:v>2024</c:v>
                  </c:pt>
                  <c:pt idx="717">
                    <c:v>2024</c:v>
                  </c:pt>
                  <c:pt idx="718">
                    <c:v>2024</c:v>
                  </c:pt>
                  <c:pt idx="719">
                    <c:v>2024</c:v>
                  </c:pt>
                  <c:pt idx="720">
                    <c:v>2024</c:v>
                  </c:pt>
                  <c:pt idx="721">
                    <c:v>2024</c:v>
                  </c:pt>
                  <c:pt idx="722">
                    <c:v>2024</c:v>
                  </c:pt>
                  <c:pt idx="723">
                    <c:v>2024</c:v>
                  </c:pt>
                  <c:pt idx="724">
                    <c:v>2025</c:v>
                  </c:pt>
                  <c:pt idx="725">
                    <c:v>2025</c:v>
                  </c:pt>
                  <c:pt idx="726">
                    <c:v>2025</c:v>
                  </c:pt>
                  <c:pt idx="727">
                    <c:v>2025</c:v>
                  </c:pt>
                  <c:pt idx="728">
                    <c:v>2025</c:v>
                  </c:pt>
                  <c:pt idx="729">
                    <c:v>2025</c:v>
                  </c:pt>
                  <c:pt idx="730">
                    <c:v>2025</c:v>
                  </c:pt>
                  <c:pt idx="731">
                    <c:v>2025</c:v>
                  </c:pt>
                  <c:pt idx="732">
                    <c:v>2025</c:v>
                  </c:pt>
                  <c:pt idx="733">
                    <c:v>2025</c:v>
                  </c:pt>
                  <c:pt idx="734">
                    <c:v>2025</c:v>
                  </c:pt>
                  <c:pt idx="735">
                    <c:v>2025</c:v>
                  </c:pt>
                  <c:pt idx="736">
                    <c:v>2025</c:v>
                  </c:pt>
                  <c:pt idx="737">
                    <c:v>2025</c:v>
                  </c:pt>
                  <c:pt idx="738">
                    <c:v>2025</c:v>
                  </c:pt>
                  <c:pt idx="739">
                    <c:v>2025</c:v>
                  </c:pt>
                  <c:pt idx="740">
                    <c:v>2025</c:v>
                  </c:pt>
                  <c:pt idx="741">
                    <c:v>2025</c:v>
                  </c:pt>
                  <c:pt idx="742">
                    <c:v>2025</c:v>
                  </c:pt>
                  <c:pt idx="743">
                    <c:v>2025</c:v>
                  </c:pt>
                  <c:pt idx="744">
                    <c:v>2025</c:v>
                  </c:pt>
                  <c:pt idx="745">
                    <c:v>2025</c:v>
                  </c:pt>
                  <c:pt idx="746">
                    <c:v>2025</c:v>
                  </c:pt>
                  <c:pt idx="747">
                    <c:v>2025</c:v>
                  </c:pt>
                  <c:pt idx="748">
                    <c:v>2025</c:v>
                  </c:pt>
                  <c:pt idx="749">
                    <c:v>2025</c:v>
                  </c:pt>
                  <c:pt idx="750">
                    <c:v>2025</c:v>
                  </c:pt>
                  <c:pt idx="751">
                    <c:v>2025</c:v>
                  </c:pt>
                  <c:pt idx="752">
                    <c:v>2025</c:v>
                  </c:pt>
                  <c:pt idx="753">
                    <c:v>2025</c:v>
                  </c:pt>
                  <c:pt idx="754">
                    <c:v>2025</c:v>
                  </c:pt>
                  <c:pt idx="755">
                    <c:v>2025</c:v>
                  </c:pt>
                  <c:pt idx="756">
                    <c:v>2025</c:v>
                  </c:pt>
                  <c:pt idx="757">
                    <c:v>2025</c:v>
                  </c:pt>
                  <c:pt idx="758">
                    <c:v>2025</c:v>
                  </c:pt>
                  <c:pt idx="759">
                    <c:v>2025</c:v>
                  </c:pt>
                  <c:pt idx="760">
                    <c:v>2025</c:v>
                  </c:pt>
                  <c:pt idx="761">
                    <c:v>2025</c:v>
                  </c:pt>
                  <c:pt idx="762">
                    <c:v>2025</c:v>
                  </c:pt>
                  <c:pt idx="763">
                    <c:v>2025</c:v>
                  </c:pt>
                  <c:pt idx="764">
                    <c:v>2025</c:v>
                  </c:pt>
                  <c:pt idx="765">
                    <c:v>2025</c:v>
                  </c:pt>
                  <c:pt idx="766">
                    <c:v>2025</c:v>
                  </c:pt>
                  <c:pt idx="767">
                    <c:v>2025</c:v>
                  </c:pt>
                  <c:pt idx="768">
                    <c:v>2025</c:v>
                  </c:pt>
                  <c:pt idx="769">
                    <c:v>2025</c:v>
                  </c:pt>
                  <c:pt idx="770">
                    <c:v>2025</c:v>
                  </c:pt>
                  <c:pt idx="771">
                    <c:v>2025</c:v>
                  </c:pt>
                  <c:pt idx="772">
                    <c:v>2025</c:v>
                  </c:pt>
                  <c:pt idx="773">
                    <c:v>2025</c:v>
                  </c:pt>
                  <c:pt idx="774">
                    <c:v>2025</c:v>
                  </c:pt>
                  <c:pt idx="775">
                    <c:v>2025</c:v>
                  </c:pt>
                  <c:pt idx="776">
                    <c:v>2026</c:v>
                  </c:pt>
                  <c:pt idx="777">
                    <c:v>2026</c:v>
                  </c:pt>
                  <c:pt idx="778">
                    <c:v>2026</c:v>
                  </c:pt>
                  <c:pt idx="779">
                    <c:v>2026</c:v>
                  </c:pt>
                  <c:pt idx="780">
                    <c:v>2026</c:v>
                  </c:pt>
                  <c:pt idx="781">
                    <c:v>2026</c:v>
                  </c:pt>
                  <c:pt idx="782">
                    <c:v>2026</c:v>
                  </c:pt>
                  <c:pt idx="783">
                    <c:v>2026</c:v>
                  </c:pt>
                  <c:pt idx="784">
                    <c:v>2026</c:v>
                  </c:pt>
                  <c:pt idx="785">
                    <c:v>2026</c:v>
                  </c:pt>
                  <c:pt idx="786">
                    <c:v>2026</c:v>
                  </c:pt>
                  <c:pt idx="787">
                    <c:v>2026</c:v>
                  </c:pt>
                  <c:pt idx="788">
                    <c:v>2026</c:v>
                  </c:pt>
                  <c:pt idx="789">
                    <c:v>2026</c:v>
                  </c:pt>
                  <c:pt idx="790">
                    <c:v>2026</c:v>
                  </c:pt>
                  <c:pt idx="791">
                    <c:v>2026</c:v>
                  </c:pt>
                  <c:pt idx="792">
                    <c:v>2026</c:v>
                  </c:pt>
                  <c:pt idx="793">
                    <c:v>2026</c:v>
                  </c:pt>
                  <c:pt idx="794">
                    <c:v>2026</c:v>
                  </c:pt>
                  <c:pt idx="795">
                    <c:v>2026</c:v>
                  </c:pt>
                  <c:pt idx="796">
                    <c:v>2026</c:v>
                  </c:pt>
                  <c:pt idx="797">
                    <c:v>2026</c:v>
                  </c:pt>
                  <c:pt idx="798">
                    <c:v>2026</c:v>
                  </c:pt>
                  <c:pt idx="799">
                    <c:v>2026</c:v>
                  </c:pt>
                  <c:pt idx="800">
                    <c:v>2026</c:v>
                  </c:pt>
                  <c:pt idx="801">
                    <c:v>2026</c:v>
                  </c:pt>
                  <c:pt idx="802">
                    <c:v>2026</c:v>
                  </c:pt>
                  <c:pt idx="803">
                    <c:v>2026</c:v>
                  </c:pt>
                  <c:pt idx="804">
                    <c:v>2026</c:v>
                  </c:pt>
                  <c:pt idx="805">
                    <c:v>2026</c:v>
                  </c:pt>
                  <c:pt idx="806">
                    <c:v>2026</c:v>
                  </c:pt>
                  <c:pt idx="807">
                    <c:v>2026</c:v>
                  </c:pt>
                  <c:pt idx="808">
                    <c:v>2026</c:v>
                  </c:pt>
                </c:lvl>
              </c:multiLvlStrCache>
            </c:multiLvlStrRef>
          </c:cat>
          <c:val>
            <c:numRef>
              <c:f>Sheet1!$C$2:$C$810</c:f>
              <c:numCache>
                <c:formatCode>General</c:formatCode>
                <c:ptCount val="809"/>
                <c:pt idx="0">
                  <c:v>0.1378</c:v>
                </c:pt>
                <c:pt idx="1">
                  <c:v>0.2054</c:v>
                </c:pt>
                <c:pt idx="2">
                  <c:v>0.1346</c:v>
                </c:pt>
                <c:pt idx="3">
                  <c:v>0.1695</c:v>
                </c:pt>
                <c:pt idx="4">
                  <c:v>0.1677</c:v>
                </c:pt>
                <c:pt idx="5">
                  <c:v>0.2671</c:v>
                </c:pt>
                <c:pt idx="6">
                  <c:v>0.1376</c:v>
                </c:pt>
                <c:pt idx="7">
                  <c:v>0.2107</c:v>
                </c:pt>
                <c:pt idx="8">
                  <c:v>0.1999</c:v>
                </c:pt>
                <c:pt idx="9">
                  <c:v>0.1878</c:v>
                </c:pt>
                <c:pt idx="10">
                  <c:v>0.1718</c:v>
                </c:pt>
                <c:pt idx="11">
                  <c:v>0.1815</c:v>
                </c:pt>
                <c:pt idx="12">
                  <c:v>0.2531</c:v>
                </c:pt>
                <c:pt idx="13">
                  <c:v>0.2076</c:v>
                </c:pt>
                <c:pt idx="14">
                  <c:v>0.1227</c:v>
                </c:pt>
                <c:pt idx="15">
                  <c:v>0.1207</c:v>
                </c:pt>
                <c:pt idx="16">
                  <c:v>0.1511</c:v>
                </c:pt>
                <c:pt idx="17">
                  <c:v>0.1499</c:v>
                </c:pt>
                <c:pt idx="18">
                  <c:v>0.1327</c:v>
                </c:pt>
                <c:pt idx="19">
                  <c:v>0.1912</c:v>
                </c:pt>
                <c:pt idx="20">
                  <c:v>0.1936</c:v>
                </c:pt>
                <c:pt idx="21">
                  <c:v>0.133</c:v>
                </c:pt>
                <c:pt idx="22">
                  <c:v>0.1636</c:v>
                </c:pt>
                <c:pt idx="23">
                  <c:v>0.1699</c:v>
                </c:pt>
                <c:pt idx="24">
                  <c:v>0.1889</c:v>
                </c:pt>
                <c:pt idx="25">
                  <c:v>0.2373</c:v>
                </c:pt>
                <c:pt idx="26">
                  <c:v>0.2547</c:v>
                </c:pt>
                <c:pt idx="27">
                  <c:v>0.2551</c:v>
                </c:pt>
                <c:pt idx="28">
                  <c:v>0.2614</c:v>
                </c:pt>
                <c:pt idx="29">
                  <c:v>0.2232</c:v>
                </c:pt>
                <c:pt idx="30">
                  <c:v>0.1958</c:v>
                </c:pt>
                <c:pt idx="31">
                  <c:v>0.1768</c:v>
                </c:pt>
                <c:pt idx="32">
                  <c:v>0.1411</c:v>
                </c:pt>
                <c:pt idx="33">
                  <c:v>0.1571</c:v>
                </c:pt>
                <c:pt idx="34">
                  <c:v>0.1953</c:v>
                </c:pt>
                <c:pt idx="35">
                  <c:v>0.2079</c:v>
                </c:pt>
                <c:pt idx="36">
                  <c:v>0.2261</c:v>
                </c:pt>
                <c:pt idx="37">
                  <c:v>0.1717</c:v>
                </c:pt>
                <c:pt idx="38">
                  <c:v>0.2375</c:v>
                </c:pt>
                <c:pt idx="39">
                  <c:v>0.2063</c:v>
                </c:pt>
                <c:pt idx="40">
                  <c:v>0.1816</c:v>
                </c:pt>
                <c:pt idx="41">
                  <c:v>0.184</c:v>
                </c:pt>
                <c:pt idx="42">
                  <c:v>0.1926</c:v>
                </c:pt>
                <c:pt idx="43">
                  <c:v>0.151</c:v>
                </c:pt>
                <c:pt idx="44">
                  <c:v>0.1887</c:v>
                </c:pt>
                <c:pt idx="45">
                  <c:v>0.1871</c:v>
                </c:pt>
                <c:pt idx="46">
                  <c:v>0.1628</c:v>
                </c:pt>
                <c:pt idx="47">
                  <c:v>0.2053</c:v>
                </c:pt>
                <c:pt idx="48">
                  <c:v>0.216</c:v>
                </c:pt>
                <c:pt idx="49">
                  <c:v>0.2669</c:v>
                </c:pt>
                <c:pt idx="50">
                  <c:v>0.2056</c:v>
                </c:pt>
                <c:pt idx="51">
                  <c:v>0.1756</c:v>
                </c:pt>
                <c:pt idx="52">
                  <c:v>0.3278</c:v>
                </c:pt>
                <c:pt idx="53">
                  <c:v>0.2013</c:v>
                </c:pt>
                <c:pt idx="54">
                  <c:v>0.2627</c:v>
                </c:pt>
                <c:pt idx="55">
                  <c:v>0.211</c:v>
                </c:pt>
                <c:pt idx="56">
                  <c:v>0.3167</c:v>
                </c:pt>
                <c:pt idx="57">
                  <c:v>0.1353</c:v>
                </c:pt>
                <c:pt idx="58">
                  <c:v>0.2059</c:v>
                </c:pt>
                <c:pt idx="59">
                  <c:v>0.1686</c:v>
                </c:pt>
                <c:pt idx="60">
                  <c:v>0.2037</c:v>
                </c:pt>
                <c:pt idx="61">
                  <c:v>0.2439</c:v>
                </c:pt>
                <c:pt idx="62">
                  <c:v>0.2378</c:v>
                </c:pt>
                <c:pt idx="63">
                  <c:v>0.1928</c:v>
                </c:pt>
                <c:pt idx="64">
                  <c:v>0.1756</c:v>
                </c:pt>
                <c:pt idx="65">
                  <c:v>0.1788</c:v>
                </c:pt>
                <c:pt idx="66">
                  <c:v>0.2157</c:v>
                </c:pt>
                <c:pt idx="67">
                  <c:v>0.1298</c:v>
                </c:pt>
                <c:pt idx="68">
                  <c:v>0.1675</c:v>
                </c:pt>
                <c:pt idx="69">
                  <c:v>0.2063</c:v>
                </c:pt>
                <c:pt idx="70">
                  <c:v>0.1695</c:v>
                </c:pt>
                <c:pt idx="71">
                  <c:v>0.2112</c:v>
                </c:pt>
                <c:pt idx="72">
                  <c:v>0.2265</c:v>
                </c:pt>
                <c:pt idx="73">
                  <c:v>0.1817</c:v>
                </c:pt>
                <c:pt idx="74">
                  <c:v>0.2373</c:v>
                </c:pt>
                <c:pt idx="75">
                  <c:v>0.3199</c:v>
                </c:pt>
                <c:pt idx="76">
                  <c:v>0.1776</c:v>
                </c:pt>
                <c:pt idx="77">
                  <c:v>0.2626</c:v>
                </c:pt>
                <c:pt idx="78">
                  <c:v>0.2388</c:v>
                </c:pt>
                <c:pt idx="79">
                  <c:v>0.2628</c:v>
                </c:pt>
                <c:pt idx="80">
                  <c:v>0.2939</c:v>
                </c:pt>
                <c:pt idx="81">
                  <c:v>0.1571</c:v>
                </c:pt>
                <c:pt idx="82">
                  <c:v>0.174</c:v>
                </c:pt>
                <c:pt idx="83">
                  <c:v>0.1474</c:v>
                </c:pt>
                <c:pt idx="84">
                  <c:v>0.1376</c:v>
                </c:pt>
                <c:pt idx="85">
                  <c:v>0.2391</c:v>
                </c:pt>
                <c:pt idx="86">
                  <c:v>0.1986</c:v>
                </c:pt>
                <c:pt idx="87">
                  <c:v>0.2116</c:v>
                </c:pt>
                <c:pt idx="88">
                  <c:v>0.1975</c:v>
                </c:pt>
                <c:pt idx="89">
                  <c:v>0.2199</c:v>
                </c:pt>
                <c:pt idx="90">
                  <c:v>0.1777</c:v>
                </c:pt>
                <c:pt idx="91">
                  <c:v>0.1615</c:v>
                </c:pt>
                <c:pt idx="92">
                  <c:v>0.1578</c:v>
                </c:pt>
                <c:pt idx="93">
                  <c:v>0.1186</c:v>
                </c:pt>
                <c:pt idx="94">
                  <c:v>0.1073</c:v>
                </c:pt>
                <c:pt idx="95">
                  <c:v>0.1565</c:v>
                </c:pt>
                <c:pt idx="96">
                  <c:v>0.0839</c:v>
                </c:pt>
                <c:pt idx="97">
                  <c:v>0.1601</c:v>
                </c:pt>
                <c:pt idx="98">
                  <c:v>0.1571</c:v>
                </c:pt>
                <c:pt idx="99">
                  <c:v>0.2101</c:v>
                </c:pt>
                <c:pt idx="100">
                  <c:v>0.1732</c:v>
                </c:pt>
                <c:pt idx="101">
                  <c:v>0.182</c:v>
                </c:pt>
                <c:pt idx="102">
                  <c:v>0.1741</c:v>
                </c:pt>
                <c:pt idx="103">
                  <c:v>0.227</c:v>
                </c:pt>
                <c:pt idx="104">
                  <c:v>0.227</c:v>
                </c:pt>
                <c:pt idx="105">
                  <c:v>0.1569</c:v>
                </c:pt>
                <c:pt idx="106">
                  <c:v>0.2153</c:v>
                </c:pt>
                <c:pt idx="107">
                  <c:v>0.2049</c:v>
                </c:pt>
                <c:pt idx="108">
                  <c:v>0.1674</c:v>
                </c:pt>
                <c:pt idx="109">
                  <c:v>0.2666</c:v>
                </c:pt>
                <c:pt idx="110">
                  <c:v>0.251</c:v>
                </c:pt>
                <c:pt idx="111">
                  <c:v>0.1921</c:v>
                </c:pt>
                <c:pt idx="112">
                  <c:v>0.1931</c:v>
                </c:pt>
                <c:pt idx="113">
                  <c:v>0.1456</c:v>
                </c:pt>
                <c:pt idx="114">
                  <c:v>0.1348</c:v>
                </c:pt>
                <c:pt idx="115">
                  <c:v>0.1993</c:v>
                </c:pt>
                <c:pt idx="116">
                  <c:v>0.1511</c:v>
                </c:pt>
                <c:pt idx="117">
                  <c:v>0.2398</c:v>
                </c:pt>
                <c:pt idx="118">
                  <c:v>0.1545</c:v>
                </c:pt>
                <c:pt idx="119">
                  <c:v>0.2171</c:v>
                </c:pt>
                <c:pt idx="120">
                  <c:v>0.355</c:v>
                </c:pt>
                <c:pt idx="121">
                  <c:v>0.1895</c:v>
                </c:pt>
                <c:pt idx="122">
                  <c:v>0.1585</c:v>
                </c:pt>
                <c:pt idx="123">
                  <c:v>0.2086</c:v>
                </c:pt>
                <c:pt idx="124">
                  <c:v>0.1989</c:v>
                </c:pt>
                <c:pt idx="125">
                  <c:v>0.2233</c:v>
                </c:pt>
                <c:pt idx="126">
                  <c:v>0.2691</c:v>
                </c:pt>
                <c:pt idx="127">
                  <c:v>0.2063</c:v>
                </c:pt>
                <c:pt idx="128">
                  <c:v>0.2775</c:v>
                </c:pt>
                <c:pt idx="129">
                  <c:v>0.2622</c:v>
                </c:pt>
                <c:pt idx="130">
                  <c:v>0.2728</c:v>
                </c:pt>
                <c:pt idx="131">
                  <c:v>0.16</c:v>
                </c:pt>
                <c:pt idx="132">
                  <c:v>0.2036</c:v>
                </c:pt>
                <c:pt idx="133">
                  <c:v>0.1883</c:v>
                </c:pt>
                <c:pt idx="134">
                  <c:v>0.1529</c:v>
                </c:pt>
                <c:pt idx="135">
                  <c:v>0.1657</c:v>
                </c:pt>
                <c:pt idx="136">
                  <c:v>0.2398</c:v>
                </c:pt>
                <c:pt idx="137">
                  <c:v>0.2617</c:v>
                </c:pt>
                <c:pt idx="138">
                  <c:v>0.3917</c:v>
                </c:pt>
                <c:pt idx="139">
                  <c:v>0.3856</c:v>
                </c:pt>
                <c:pt idx="140">
                  <c:v>0.311</c:v>
                </c:pt>
                <c:pt idx="141">
                  <c:v>0.3073</c:v>
                </c:pt>
                <c:pt idx="142">
                  <c:v>0.307</c:v>
                </c:pt>
                <c:pt idx="143">
                  <c:v>0.2878</c:v>
                </c:pt>
                <c:pt idx="144">
                  <c:v>0.2064</c:v>
                </c:pt>
                <c:pt idx="145">
                  <c:v>0.2304</c:v>
                </c:pt>
                <c:pt idx="146">
                  <c:v>0.2262</c:v>
                </c:pt>
                <c:pt idx="147">
                  <c:v>0.1506</c:v>
                </c:pt>
                <c:pt idx="148">
                  <c:v>0.1913</c:v>
                </c:pt>
                <c:pt idx="149">
                  <c:v>0.2129</c:v>
                </c:pt>
                <c:pt idx="150">
                  <c:v>0.2193</c:v>
                </c:pt>
                <c:pt idx="151">
                  <c:v>0.166</c:v>
                </c:pt>
                <c:pt idx="152">
                  <c:v>0.1769</c:v>
                </c:pt>
                <c:pt idx="153">
                  <c:v>0.2104</c:v>
                </c:pt>
                <c:pt idx="154">
                  <c:v>0.2206</c:v>
                </c:pt>
                <c:pt idx="155">
                  <c:v>0.1269</c:v>
                </c:pt>
                <c:pt idx="156">
                  <c:v>0.2008</c:v>
                </c:pt>
                <c:pt idx="157">
                  <c:v>0.2306</c:v>
                </c:pt>
                <c:pt idx="158">
                  <c:v>0.2504</c:v>
                </c:pt>
                <c:pt idx="159">
                  <c:v>0.1453</c:v>
                </c:pt>
                <c:pt idx="160">
                  <c:v>0.2654</c:v>
                </c:pt>
                <c:pt idx="161">
                  <c:v>0.2273</c:v>
                </c:pt>
                <c:pt idx="162">
                  <c:v>0.207</c:v>
                </c:pt>
                <c:pt idx="163">
                  <c:v>0.1739</c:v>
                </c:pt>
                <c:pt idx="164">
                  <c:v>0.2083</c:v>
                </c:pt>
                <c:pt idx="165">
                  <c:v>0.1935</c:v>
                </c:pt>
                <c:pt idx="166">
                  <c:v>0.2063</c:v>
                </c:pt>
                <c:pt idx="167">
                  <c:v>0.1583</c:v>
                </c:pt>
                <c:pt idx="168">
                  <c:v>0.1668</c:v>
                </c:pt>
                <c:pt idx="169">
                  <c:v>0.187</c:v>
                </c:pt>
                <c:pt idx="170">
                  <c:v>0.1751</c:v>
                </c:pt>
                <c:pt idx="171">
                  <c:v>0.1583</c:v>
                </c:pt>
                <c:pt idx="172">
                  <c:v>0.1874</c:v>
                </c:pt>
                <c:pt idx="173">
                  <c:v>0.1686</c:v>
                </c:pt>
                <c:pt idx="174">
                  <c:v>0.1841</c:v>
                </c:pt>
                <c:pt idx="175">
                  <c:v>0.1784</c:v>
                </c:pt>
                <c:pt idx="176">
                  <c:v>0.2101</c:v>
                </c:pt>
                <c:pt idx="177">
                  <c:v>0.2328</c:v>
                </c:pt>
                <c:pt idx="178">
                  <c:v>0.1645</c:v>
                </c:pt>
                <c:pt idx="179">
                  <c:v>0.234</c:v>
                </c:pt>
                <c:pt idx="180">
                  <c:v>0.2729</c:v>
                </c:pt>
                <c:pt idx="181">
                  <c:v>0.2736</c:v>
                </c:pt>
                <c:pt idx="182">
                  <c:v>0.2187</c:v>
                </c:pt>
                <c:pt idx="183">
                  <c:v>0.1484</c:v>
                </c:pt>
                <c:pt idx="184">
                  <c:v>0.1377</c:v>
                </c:pt>
                <c:pt idx="185">
                  <c:v>0.1348</c:v>
                </c:pt>
                <c:pt idx="186">
                  <c:v>0.1313</c:v>
                </c:pt>
                <c:pt idx="187">
                  <c:v>0.1545</c:v>
                </c:pt>
                <c:pt idx="188">
                  <c:v>0.1946</c:v>
                </c:pt>
                <c:pt idx="189">
                  <c:v>0.1606</c:v>
                </c:pt>
                <c:pt idx="190">
                  <c:v>0.1562</c:v>
                </c:pt>
                <c:pt idx="191">
                  <c:v>0.1602</c:v>
                </c:pt>
                <c:pt idx="192">
                  <c:v>0.1434</c:v>
                </c:pt>
                <c:pt idx="193">
                  <c:v>0.1677</c:v>
                </c:pt>
                <c:pt idx="194">
                  <c:v>0.1631</c:v>
                </c:pt>
                <c:pt idx="195">
                  <c:v>0.1344</c:v>
                </c:pt>
                <c:pt idx="196">
                  <c:v>0.151</c:v>
                </c:pt>
                <c:pt idx="197">
                  <c:v>0.3006</c:v>
                </c:pt>
                <c:pt idx="198">
                  <c:v>0.1626</c:v>
                </c:pt>
                <c:pt idx="199">
                  <c:v>0.1961</c:v>
                </c:pt>
                <c:pt idx="200">
                  <c:v>0.2143</c:v>
                </c:pt>
                <c:pt idx="201">
                  <c:v>0.1809</c:v>
                </c:pt>
                <c:pt idx="202">
                  <c:v>0.1134</c:v>
                </c:pt>
                <c:pt idx="203">
                  <c:v>0.1243</c:v>
                </c:pt>
                <c:pt idx="204">
                  <c:v>0.1595</c:v>
                </c:pt>
                <c:pt idx="205">
                  <c:v>0.1923</c:v>
                </c:pt>
                <c:pt idx="206">
                  <c:v>0.1804</c:v>
                </c:pt>
                <c:pt idx="207">
                  <c:v>0.1741</c:v>
                </c:pt>
                <c:pt idx="208">
                  <c:v>0.1409</c:v>
                </c:pt>
                <c:pt idx="209">
                  <c:v>0.1758</c:v>
                </c:pt>
                <c:pt idx="210">
                  <c:v>0.2344</c:v>
                </c:pt>
                <c:pt idx="211">
                  <c:v>0.1804</c:v>
                </c:pt>
                <c:pt idx="212">
                  <c:v>0.145</c:v>
                </c:pt>
                <c:pt idx="213">
                  <c:v>0.1639</c:v>
                </c:pt>
                <c:pt idx="214">
                  <c:v>0.1721</c:v>
                </c:pt>
                <c:pt idx="215">
                  <c:v>0.1342</c:v>
                </c:pt>
                <c:pt idx="216">
                  <c:v>0.1182</c:v>
                </c:pt>
                <c:pt idx="217">
                  <c:v>0.1892</c:v>
                </c:pt>
                <c:pt idx="218">
                  <c:v>0.1396</c:v>
                </c:pt>
                <c:pt idx="219">
                  <c:v>0.1235</c:v>
                </c:pt>
                <c:pt idx="220">
                  <c:v>0.0882</c:v>
                </c:pt>
                <c:pt idx="221">
                  <c:v>0.1438</c:v>
                </c:pt>
                <c:pt idx="222">
                  <c:v>0.151</c:v>
                </c:pt>
                <c:pt idx="223">
                  <c:v>0.1641</c:v>
                </c:pt>
                <c:pt idx="224">
                  <c:v>0.1648</c:v>
                </c:pt>
                <c:pt idx="225">
                  <c:v>0.1496</c:v>
                </c:pt>
                <c:pt idx="226">
                  <c:v>0.158</c:v>
                </c:pt>
                <c:pt idx="227">
                  <c:v>0.1958</c:v>
                </c:pt>
                <c:pt idx="228">
                  <c:v>0.1325</c:v>
                </c:pt>
                <c:pt idx="229">
                  <c:v>0.1447</c:v>
                </c:pt>
                <c:pt idx="230">
                  <c:v>0.2123</c:v>
                </c:pt>
                <c:pt idx="231">
                  <c:v>0.2148</c:v>
                </c:pt>
                <c:pt idx="232">
                  <c:v>0.2247</c:v>
                </c:pt>
                <c:pt idx="233">
                  <c:v>0.2083</c:v>
                </c:pt>
                <c:pt idx="234">
                  <c:v>0.1393</c:v>
                </c:pt>
                <c:pt idx="235">
                  <c:v>0.1411</c:v>
                </c:pt>
                <c:pt idx="236">
                  <c:v>0.1127</c:v>
                </c:pt>
                <c:pt idx="237">
                  <c:v>0.1477</c:v>
                </c:pt>
                <c:pt idx="238">
                  <c:v>0.2922</c:v>
                </c:pt>
                <c:pt idx="239">
                  <c:v>0.2013</c:v>
                </c:pt>
                <c:pt idx="240">
                  <c:v>0.1261</c:v>
                </c:pt>
                <c:pt idx="241">
                  <c:v>0.1902</c:v>
                </c:pt>
                <c:pt idx="242">
                  <c:v>0.1412</c:v>
                </c:pt>
                <c:pt idx="243">
                  <c:v>0.115</c:v>
                </c:pt>
                <c:pt idx="244">
                  <c:v>0.2414</c:v>
                </c:pt>
                <c:pt idx="245">
                  <c:v>0.2166</c:v>
                </c:pt>
                <c:pt idx="246">
                  <c:v>0.222</c:v>
                </c:pt>
                <c:pt idx="247">
                  <c:v>0.1371</c:v>
                </c:pt>
                <c:pt idx="248">
                  <c:v>0.2312</c:v>
                </c:pt>
                <c:pt idx="249">
                  <c:v>0.0893</c:v>
                </c:pt>
                <c:pt idx="250">
                  <c:v>0.2091</c:v>
                </c:pt>
                <c:pt idx="251">
                  <c:v>0.1747</c:v>
                </c:pt>
                <c:pt idx="252">
                  <c:v>0.2322</c:v>
                </c:pt>
                <c:pt idx="253">
                  <c:v>0.1437</c:v>
                </c:pt>
                <c:pt idx="254">
                  <c:v>0.1156</c:v>
                </c:pt>
                <c:pt idx="255">
                  <c:v>0.2645</c:v>
                </c:pt>
                <c:pt idx="256">
                  <c:v>0.2477</c:v>
                </c:pt>
                <c:pt idx="257">
                  <c:v>0.1549</c:v>
                </c:pt>
                <c:pt idx="258">
                  <c:v>0.1335</c:v>
                </c:pt>
                <c:pt idx="259">
                  <c:v>0.1533</c:v>
                </c:pt>
                <c:pt idx="260">
                  <c:v>0.1964</c:v>
                </c:pt>
                <c:pt idx="261">
                  <c:v>0.1248</c:v>
                </c:pt>
                <c:pt idx="262">
                  <c:v>0.1889</c:v>
                </c:pt>
                <c:pt idx="263">
                  <c:v>0.1212</c:v>
                </c:pt>
                <c:pt idx="264">
                  <c:v>0.1551</c:v>
                </c:pt>
                <c:pt idx="265">
                  <c:v>0.1759</c:v>
                </c:pt>
                <c:pt idx="266">
                  <c:v>0.1669</c:v>
                </c:pt>
                <c:pt idx="267">
                  <c:v>0.1055</c:v>
                </c:pt>
                <c:pt idx="268">
                  <c:v>0.1349</c:v>
                </c:pt>
                <c:pt idx="269">
                  <c:v>0.143</c:v>
                </c:pt>
                <c:pt idx="270">
                  <c:v>0.1618</c:v>
                </c:pt>
                <c:pt idx="271">
                  <c:v>0.1581</c:v>
                </c:pt>
                <c:pt idx="272">
                  <c:v>0.0813</c:v>
                </c:pt>
                <c:pt idx="273">
                  <c:v>0.1336</c:v>
                </c:pt>
                <c:pt idx="274">
                  <c:v>0.1547</c:v>
                </c:pt>
                <c:pt idx="275">
                  <c:v>0.1839</c:v>
                </c:pt>
                <c:pt idx="276">
                  <c:v>0.1319</c:v>
                </c:pt>
                <c:pt idx="277">
                  <c:v>0.1453</c:v>
                </c:pt>
                <c:pt idx="278">
                  <c:v>0.1542</c:v>
                </c:pt>
                <c:pt idx="279">
                  <c:v>0.2083</c:v>
                </c:pt>
                <c:pt idx="280">
                  <c:v>0.1882</c:v>
                </c:pt>
                <c:pt idx="281">
                  <c:v>0.2031</c:v>
                </c:pt>
                <c:pt idx="282">
                  <c:v>0.1911</c:v>
                </c:pt>
                <c:pt idx="283">
                  <c:v>0.1062</c:v>
                </c:pt>
                <c:pt idx="284">
                  <c:v>0.1095</c:v>
                </c:pt>
                <c:pt idx="285">
                  <c:v>0.1123</c:v>
                </c:pt>
                <c:pt idx="286">
                  <c:v>0.1649</c:v>
                </c:pt>
                <c:pt idx="287">
                  <c:v>0.1084</c:v>
                </c:pt>
                <c:pt idx="288">
                  <c:v>0.1162</c:v>
                </c:pt>
                <c:pt idx="289">
                  <c:v>0.1971</c:v>
                </c:pt>
                <c:pt idx="290">
                  <c:v>0.1738</c:v>
                </c:pt>
                <c:pt idx="291">
                  <c:v>0.1772</c:v>
                </c:pt>
                <c:pt idx="292">
                  <c:v>0.1928</c:v>
                </c:pt>
                <c:pt idx="293">
                  <c:v>0.1353</c:v>
                </c:pt>
                <c:pt idx="294">
                  <c:v>0.1303</c:v>
                </c:pt>
                <c:pt idx="295">
                  <c:v>0.1297</c:v>
                </c:pt>
                <c:pt idx="296">
                  <c:v>0.1858</c:v>
                </c:pt>
                <c:pt idx="297">
                  <c:v>0.1322</c:v>
                </c:pt>
                <c:pt idx="298">
                  <c:v>0.0999</c:v>
                </c:pt>
                <c:pt idx="299">
                  <c:v>0.114</c:v>
                </c:pt>
                <c:pt idx="300">
                  <c:v>0.1175</c:v>
                </c:pt>
                <c:pt idx="301">
                  <c:v>0.1257</c:v>
                </c:pt>
                <c:pt idx="302">
                  <c:v>0.108</c:v>
                </c:pt>
                <c:pt idx="303">
                  <c:v>0.1314</c:v>
                </c:pt>
                <c:pt idx="304">
                  <c:v>0.2045</c:v>
                </c:pt>
                <c:pt idx="305">
                  <c:v>0.159</c:v>
                </c:pt>
                <c:pt idx="306">
                  <c:v>0.184</c:v>
                </c:pt>
                <c:pt idx="307">
                  <c:v>0.1847</c:v>
                </c:pt>
                <c:pt idx="308">
                  <c:v>0.1176</c:v>
                </c:pt>
                <c:pt idx="309">
                  <c:v>0.1852</c:v>
                </c:pt>
                <c:pt idx="310">
                  <c:v>0.1905</c:v>
                </c:pt>
                <c:pt idx="311">
                  <c:v>0.156</c:v>
                </c:pt>
                <c:pt idx="312">
                  <c:v>0.1547</c:v>
                </c:pt>
                <c:pt idx="313">
                  <c:v>0.1053</c:v>
                </c:pt>
                <c:pt idx="314">
                  <c:v>0.1325</c:v>
                </c:pt>
                <c:pt idx="315">
                  <c:v>0.1461</c:v>
                </c:pt>
                <c:pt idx="316">
                  <c:v>0.1368</c:v>
                </c:pt>
                <c:pt idx="317">
                  <c:v>0.1507</c:v>
                </c:pt>
                <c:pt idx="318">
                  <c:v>0.14</c:v>
                </c:pt>
                <c:pt idx="319">
                  <c:v>0.1782</c:v>
                </c:pt>
                <c:pt idx="320">
                  <c:v>0.0855</c:v>
                </c:pt>
                <c:pt idx="321">
                  <c:v>0.0878</c:v>
                </c:pt>
                <c:pt idx="322">
                  <c:v>0.1262</c:v>
                </c:pt>
                <c:pt idx="323">
                  <c:v>0.1655</c:v>
                </c:pt>
                <c:pt idx="324">
                  <c:v>0.127</c:v>
                </c:pt>
                <c:pt idx="325">
                  <c:v>0.1093</c:v>
                </c:pt>
                <c:pt idx="326">
                  <c:v>0.1531</c:v>
                </c:pt>
                <c:pt idx="327">
                  <c:v>0.1046</c:v>
                </c:pt>
                <c:pt idx="328">
                  <c:v>0.1315</c:v>
                </c:pt>
                <c:pt idx="329">
                  <c:v>0.1306</c:v>
                </c:pt>
                <c:pt idx="330">
                  <c:v>0.1156</c:v>
                </c:pt>
                <c:pt idx="331">
                  <c:v>0.1789</c:v>
                </c:pt>
                <c:pt idx="332">
                  <c:v>0.1087</c:v>
                </c:pt>
                <c:pt idx="333">
                  <c:v>0.1378</c:v>
                </c:pt>
                <c:pt idx="334">
                  <c:v>0.1314</c:v>
                </c:pt>
                <c:pt idx="335">
                  <c:v>0.1717</c:v>
                </c:pt>
                <c:pt idx="336">
                  <c:v>0.1195</c:v>
                </c:pt>
                <c:pt idx="337">
                  <c:v>0.1859</c:v>
                </c:pt>
                <c:pt idx="338">
                  <c:v>0.1722</c:v>
                </c:pt>
                <c:pt idx="339">
                  <c:v>0.1</c:v>
                </c:pt>
                <c:pt idx="340">
                  <c:v>0.0918</c:v>
                </c:pt>
                <c:pt idx="341">
                  <c:v>0.1399</c:v>
                </c:pt>
                <c:pt idx="342">
                  <c:v>0.1253</c:v>
                </c:pt>
                <c:pt idx="343">
                  <c:v>0.1095</c:v>
                </c:pt>
                <c:pt idx="344">
                  <c:v>0.1039</c:v>
                </c:pt>
                <c:pt idx="345">
                  <c:v>0.1242</c:v>
                </c:pt>
                <c:pt idx="346">
                  <c:v>0.1278</c:v>
                </c:pt>
                <c:pt idx="347">
                  <c:v>0.1182</c:v>
                </c:pt>
                <c:pt idx="348">
                  <c:v>0.1401</c:v>
                </c:pt>
                <c:pt idx="349">
                  <c:v>0.143</c:v>
                </c:pt>
                <c:pt idx="350">
                  <c:v>0.1028</c:v>
                </c:pt>
                <c:pt idx="351">
                  <c:v>0.1348</c:v>
                </c:pt>
                <c:pt idx="352">
                  <c:v>0.096</c:v>
                </c:pt>
                <c:pt idx="353">
                  <c:v>0.1514</c:v>
                </c:pt>
                <c:pt idx="354">
                  <c:v>0.1261</c:v>
                </c:pt>
                <c:pt idx="355">
                  <c:v>0.1213</c:v>
                </c:pt>
                <c:pt idx="356">
                  <c:v>0.146</c:v>
                </c:pt>
                <c:pt idx="357">
                  <c:v>0.0991</c:v>
                </c:pt>
                <c:pt idx="358">
                  <c:v>0.1349</c:v>
                </c:pt>
                <c:pt idx="359">
                  <c:v>0.1411</c:v>
                </c:pt>
                <c:pt idx="360">
                  <c:v>0.3329</c:v>
                </c:pt>
                <c:pt idx="361">
                  <c:v>0.2085</c:v>
                </c:pt>
                <c:pt idx="362">
                  <c:v>0.1465</c:v>
                </c:pt>
                <c:pt idx="363">
                  <c:v>0.1772</c:v>
                </c:pt>
                <c:pt idx="364">
                  <c:v>0.1357</c:v>
                </c:pt>
                <c:pt idx="365">
                  <c:v>0.0885</c:v>
                </c:pt>
                <c:pt idx="366">
                  <c:v>0.1343</c:v>
                </c:pt>
                <c:pt idx="367">
                  <c:v>0.1388</c:v>
                </c:pt>
                <c:pt idx="368">
                  <c:v>0.1662</c:v>
                </c:pt>
                <c:pt idx="369">
                  <c:v>0.1776</c:v>
                </c:pt>
                <c:pt idx="370">
                  <c:v>0.1042</c:v>
                </c:pt>
                <c:pt idx="371">
                  <c:v>0.1275</c:v>
                </c:pt>
                <c:pt idx="372">
                  <c:v>0.182</c:v>
                </c:pt>
                <c:pt idx="373">
                  <c:v>0.1514</c:v>
                </c:pt>
                <c:pt idx="374">
                  <c:v>0.1241</c:v>
                </c:pt>
                <c:pt idx="375">
                  <c:v>0.0914</c:v>
                </c:pt>
                <c:pt idx="376">
                  <c:v>0.1622</c:v>
                </c:pt>
                <c:pt idx="377">
                  <c:v>0.1252</c:v>
                </c:pt>
                <c:pt idx="378">
                  <c:v>0.1363</c:v>
                </c:pt>
                <c:pt idx="379">
                  <c:v>0.1055</c:v>
                </c:pt>
                <c:pt idx="380">
                  <c:v>0.1794</c:v>
                </c:pt>
                <c:pt idx="381">
                  <c:v>0.1268</c:v>
                </c:pt>
                <c:pt idx="382">
                  <c:v>0.1852</c:v>
                </c:pt>
                <c:pt idx="383">
                  <c:v>0.1592</c:v>
                </c:pt>
                <c:pt idx="384">
                  <c:v>0.1127</c:v>
                </c:pt>
                <c:pt idx="385">
                  <c:v>0.1609</c:v>
                </c:pt>
                <c:pt idx="386">
                  <c:v>0.216</c:v>
                </c:pt>
                <c:pt idx="387">
                  <c:v>0.1655</c:v>
                </c:pt>
                <c:pt idx="388">
                  <c:v>0.1256</c:v>
                </c:pt>
                <c:pt idx="389">
                  <c:v>0.1235</c:v>
                </c:pt>
                <c:pt idx="390">
                  <c:v>0.1193</c:v>
                </c:pt>
                <c:pt idx="391">
                  <c:v>0.12</c:v>
                </c:pt>
                <c:pt idx="392">
                  <c:v>0.1091</c:v>
                </c:pt>
                <c:pt idx="393">
                  <c:v>0.123</c:v>
                </c:pt>
                <c:pt idx="394">
                  <c:v>0.1086</c:v>
                </c:pt>
                <c:pt idx="395">
                  <c:v>0.0987</c:v>
                </c:pt>
                <c:pt idx="396">
                  <c:v>0.1445</c:v>
                </c:pt>
                <c:pt idx="397">
                  <c:v>0.1353</c:v>
                </c:pt>
                <c:pt idx="398">
                  <c:v>0.1289</c:v>
                </c:pt>
                <c:pt idx="399">
                  <c:v>0.1275</c:v>
                </c:pt>
                <c:pt idx="400">
                  <c:v>0.1882</c:v>
                </c:pt>
                <c:pt idx="401">
                  <c:v>0.1214</c:v>
                </c:pt>
                <c:pt idx="402">
                  <c:v>0.0927</c:v>
                </c:pt>
                <c:pt idx="403">
                  <c:v>0.1175</c:v>
                </c:pt>
                <c:pt idx="404">
                  <c:v>0.1402</c:v>
                </c:pt>
                <c:pt idx="405">
                  <c:v>0.1296</c:v>
                </c:pt>
                <c:pt idx="406">
                  <c:v>0.1142</c:v>
                </c:pt>
                <c:pt idx="407">
                  <c:v>0.163</c:v>
                </c:pt>
                <c:pt idx="408">
                  <c:v>0.2337</c:v>
                </c:pt>
                <c:pt idx="409">
                  <c:v>0.2007</c:v>
                </c:pt>
                <c:pt idx="410">
                  <c:v>0.2109</c:v>
                </c:pt>
                <c:pt idx="411">
                  <c:v>0.2771</c:v>
                </c:pt>
                <c:pt idx="412">
                  <c:v>0.2723</c:v>
                </c:pt>
                <c:pt idx="413">
                  <c:v>0.2686</c:v>
                </c:pt>
                <c:pt idx="414">
                  <c:v>0.216</c:v>
                </c:pt>
                <c:pt idx="415">
                  <c:v>0.1755</c:v>
                </c:pt>
                <c:pt idx="416">
                  <c:v>0.2459</c:v>
                </c:pt>
                <c:pt idx="417">
                  <c:v>0.1725</c:v>
                </c:pt>
                <c:pt idx="418">
                  <c:v>0.255</c:v>
                </c:pt>
                <c:pt idx="419">
                  <c:v>0.2764</c:v>
                </c:pt>
                <c:pt idx="420">
                  <c:v>0.1973</c:v>
                </c:pt>
                <c:pt idx="421">
                  <c:v>0.1711</c:v>
                </c:pt>
                <c:pt idx="422">
                  <c:v>0.2326</c:v>
                </c:pt>
                <c:pt idx="423">
                  <c:v>0.2453</c:v>
                </c:pt>
                <c:pt idx="424">
                  <c:v>0.2499</c:v>
                </c:pt>
                <c:pt idx="425">
                  <c:v>0.1897</c:v>
                </c:pt>
                <c:pt idx="426">
                  <c:v>0.1619</c:v>
                </c:pt>
                <c:pt idx="427">
                  <c:v>0.2385</c:v>
                </c:pt>
                <c:pt idx="428">
                  <c:v>0.2048</c:v>
                </c:pt>
                <c:pt idx="429">
                  <c:v>0.202</c:v>
                </c:pt>
                <c:pt idx="430">
                  <c:v>0.2104</c:v>
                </c:pt>
                <c:pt idx="431">
                  <c:v>0.1618</c:v>
                </c:pt>
                <c:pt idx="432">
                  <c:v>0.1965</c:v>
                </c:pt>
                <c:pt idx="433">
                  <c:v>0.222</c:v>
                </c:pt>
                <c:pt idx="434">
                  <c:v>0.2379</c:v>
                </c:pt>
                <c:pt idx="435">
                  <c:v>0.2455</c:v>
                </c:pt>
                <c:pt idx="436">
                  <c:v>0.1741</c:v>
                </c:pt>
                <c:pt idx="437">
                  <c:v>0.2296</c:v>
                </c:pt>
                <c:pt idx="438">
                  <c:v>0.2874</c:v>
                </c:pt>
                <c:pt idx="439">
                  <c:v>0.266</c:v>
                </c:pt>
                <c:pt idx="440">
                  <c:v>0.2131</c:v>
                </c:pt>
                <c:pt idx="441">
                  <c:v>0.1797</c:v>
                </c:pt>
                <c:pt idx="442">
                  <c:v>0.1819</c:v>
                </c:pt>
                <c:pt idx="443">
                  <c:v>0.1689</c:v>
                </c:pt>
                <c:pt idx="444">
                  <c:v>0.1372</c:v>
                </c:pt>
                <c:pt idx="445">
                  <c:v>0.1419</c:v>
                </c:pt>
                <c:pt idx="446">
                  <c:v>0.2083</c:v>
                </c:pt>
                <c:pt idx="447">
                  <c:v>0.2205</c:v>
                </c:pt>
                <c:pt idx="448">
                  <c:v>0.3193</c:v>
                </c:pt>
                <c:pt idx="449">
                  <c:v>0.2659</c:v>
                </c:pt>
                <c:pt idx="450">
                  <c:v>0.3243</c:v>
                </c:pt>
                <c:pt idx="451">
                  <c:v>0.3062</c:v>
                </c:pt>
                <c:pt idx="452">
                  <c:v>0.3573</c:v>
                </c:pt>
                <c:pt idx="453">
                  <c:v>0.3463</c:v>
                </c:pt>
                <c:pt idx="454">
                  <c:v>0.2488</c:v>
                </c:pt>
                <c:pt idx="455">
                  <c:v>0.3399</c:v>
                </c:pt>
                <c:pt idx="456">
                  <c:v>0.3783</c:v>
                </c:pt>
                <c:pt idx="457">
                  <c:v>0.1959</c:v>
                </c:pt>
                <c:pt idx="458">
                  <c:v>0.3662</c:v>
                </c:pt>
                <c:pt idx="459">
                  <c:v>0.4067</c:v>
                </c:pt>
                <c:pt idx="460">
                  <c:v>0.418</c:v>
                </c:pt>
                <c:pt idx="461">
                  <c:v>0.2252</c:v>
                </c:pt>
                <c:pt idx="462">
                  <c:v>0.359</c:v>
                </c:pt>
                <c:pt idx="463">
                  <c:v>0.3466</c:v>
                </c:pt>
                <c:pt idx="464">
                  <c:v>0.3066</c:v>
                </c:pt>
                <c:pt idx="465">
                  <c:v>0.3709</c:v>
                </c:pt>
                <c:pt idx="466">
                  <c:v>0.3634</c:v>
                </c:pt>
                <c:pt idx="467">
                  <c:v>0.269</c:v>
                </c:pt>
                <c:pt idx="468">
                  <c:v>0.2442</c:v>
                </c:pt>
                <c:pt idx="469">
                  <c:v>0.2232</c:v>
                </c:pt>
                <c:pt idx="470">
                  <c:v>0.2378</c:v>
                </c:pt>
                <c:pt idx="471">
                  <c:v>0.1968</c:v>
                </c:pt>
                <c:pt idx="472">
                  <c:v>0.1717</c:v>
                </c:pt>
                <c:pt idx="473">
                  <c:v>0.1477</c:v>
                </c:pt>
                <c:pt idx="474">
                  <c:v>0.2326</c:v>
                </c:pt>
                <c:pt idx="475">
                  <c:v>0.1683</c:v>
                </c:pt>
                <c:pt idx="476">
                  <c:v>0.1751</c:v>
                </c:pt>
                <c:pt idx="477">
                  <c:v>0.2648</c:v>
                </c:pt>
                <c:pt idx="478">
                  <c:v>0.2274</c:v>
                </c:pt>
                <c:pt idx="479">
                  <c:v>0.1971</c:v>
                </c:pt>
                <c:pt idx="480">
                  <c:v>0.2193</c:v>
                </c:pt>
                <c:pt idx="481">
                  <c:v>0.3374</c:v>
                </c:pt>
                <c:pt idx="482">
                  <c:v>0.2766</c:v>
                </c:pt>
                <c:pt idx="483">
                  <c:v>0.2967</c:v>
                </c:pt>
                <c:pt idx="484">
                  <c:v>0.3182</c:v>
                </c:pt>
                <c:pt idx="485">
                  <c:v>0.2604</c:v>
                </c:pt>
                <c:pt idx="486">
                  <c:v>0.2552</c:v>
                </c:pt>
                <c:pt idx="487">
                  <c:v>0.3699</c:v>
                </c:pt>
                <c:pt idx="488">
                  <c:v>0.3017</c:v>
                </c:pt>
                <c:pt idx="489">
                  <c:v>0.3014</c:v>
                </c:pt>
                <c:pt idx="490">
                  <c:v>0.268</c:v>
                </c:pt>
                <c:pt idx="491">
                  <c:v>0.333</c:v>
                </c:pt>
                <c:pt idx="492">
                  <c:v>0.3217</c:v>
                </c:pt>
                <c:pt idx="493">
                  <c:v>0.2665</c:v>
                </c:pt>
                <c:pt idx="494">
                  <c:v>0.2694</c:v>
                </c:pt>
                <c:pt idx="495">
                  <c:v>0.2819</c:v>
                </c:pt>
                <c:pt idx="496">
                  <c:v>0.2623</c:v>
                </c:pt>
                <c:pt idx="497">
                  <c:v>0.2486</c:v>
                </c:pt>
                <c:pt idx="498">
                  <c:v>0.2343</c:v>
                </c:pt>
                <c:pt idx="499">
                  <c:v>0.2334</c:v>
                </c:pt>
                <c:pt idx="500">
                  <c:v>0.2567</c:v>
                </c:pt>
                <c:pt idx="501">
                  <c:v>0.2569</c:v>
                </c:pt>
                <c:pt idx="502">
                  <c:v>0.2914</c:v>
                </c:pt>
                <c:pt idx="503">
                  <c:v>0.3047</c:v>
                </c:pt>
                <c:pt idx="504">
                  <c:v>0.3278</c:v>
                </c:pt>
                <c:pt idx="505">
                  <c:v>0.2391</c:v>
                </c:pt>
                <c:pt idx="506">
                  <c:v>0.2474</c:v>
                </c:pt>
                <c:pt idx="507">
                  <c:v>0.2252</c:v>
                </c:pt>
                <c:pt idx="508">
                  <c:v>0.2701</c:v>
                </c:pt>
                <c:pt idx="509">
                  <c:v>0.2612</c:v>
                </c:pt>
                <c:pt idx="510">
                  <c:v>0.3275</c:v>
                </c:pt>
                <c:pt idx="511">
                  <c:v>0.2784</c:v>
                </c:pt>
                <c:pt idx="512">
                  <c:v>0.3003</c:v>
                </c:pt>
                <c:pt idx="513">
                  <c:v>0.2846</c:v>
                </c:pt>
                <c:pt idx="514">
                  <c:v>0.2971</c:v>
                </c:pt>
                <c:pt idx="515">
                  <c:v>0.4062</c:v>
                </c:pt>
                <c:pt idx="516">
                  <c:v>0.3589</c:v>
                </c:pt>
                <c:pt idx="517">
                  <c:v>0.3399</c:v>
                </c:pt>
                <c:pt idx="518">
                  <c:v>0.36</c:v>
                </c:pt>
                <c:pt idx="519">
                  <c:v>0.3728</c:v>
                </c:pt>
                <c:pt idx="520">
                  <c:v>0.3937</c:v>
                </c:pt>
                <c:pt idx="521">
                  <c:v>0.2709</c:v>
                </c:pt>
                <c:pt idx="522">
                  <c:v>0.4081</c:v>
                </c:pt>
                <c:pt idx="523">
                  <c:v>0.4423</c:v>
                </c:pt>
                <c:pt idx="524">
                  <c:v>0.4501</c:v>
                </c:pt>
                <c:pt idx="525">
                  <c:v>0.4187</c:v>
                </c:pt>
                <c:pt idx="526">
                  <c:v>0.3793</c:v>
                </c:pt>
                <c:pt idx="527">
                  <c:v>0.2946</c:v>
                </c:pt>
                <c:pt idx="528">
                  <c:v>0.3724</c:v>
                </c:pt>
                <c:pt idx="529">
                  <c:v>0.3804</c:v>
                </c:pt>
                <c:pt idx="530">
                  <c:v>0.405</c:v>
                </c:pt>
                <c:pt idx="531">
                  <c:v>0.4127</c:v>
                </c:pt>
                <c:pt idx="532">
                  <c:v>0.3318</c:v>
                </c:pt>
                <c:pt idx="533">
                  <c:v>0.3913</c:v>
                </c:pt>
                <c:pt idx="534">
                  <c:v>0.4238</c:v>
                </c:pt>
                <c:pt idx="535">
                  <c:v>0.4112</c:v>
                </c:pt>
                <c:pt idx="536">
                  <c:v>0.3196</c:v>
                </c:pt>
                <c:pt idx="537">
                  <c:v>0.4136</c:v>
                </c:pt>
                <c:pt idx="538">
                  <c:v>0.3773</c:v>
                </c:pt>
                <c:pt idx="539">
                  <c:v>0.4221</c:v>
                </c:pt>
                <c:pt idx="540">
                  <c:v>0.368</c:v>
                </c:pt>
                <c:pt idx="541">
                  <c:v>0.3938</c:v>
                </c:pt>
                <c:pt idx="542">
                  <c:v>0.4484</c:v>
                </c:pt>
                <c:pt idx="543">
                  <c:v>0.4438</c:v>
                </c:pt>
                <c:pt idx="544">
                  <c:v>0.4507</c:v>
                </c:pt>
                <c:pt idx="545">
                  <c:v>0.4038</c:v>
                </c:pt>
                <c:pt idx="546">
                  <c:v>0.4766</c:v>
                </c:pt>
                <c:pt idx="547">
                  <c:v>0.4292</c:v>
                </c:pt>
                <c:pt idx="548">
                  <c:v>0.4395</c:v>
                </c:pt>
                <c:pt idx="549">
                  <c:v>0.4083</c:v>
                </c:pt>
                <c:pt idx="550">
                  <c:v>0.3876</c:v>
                </c:pt>
                <c:pt idx="551">
                  <c:v>0.4497</c:v>
                </c:pt>
                <c:pt idx="552">
                  <c:v>0.4783</c:v>
                </c:pt>
                <c:pt idx="553">
                  <c:v>0.489</c:v>
                </c:pt>
                <c:pt idx="554">
                  <c:v>0.4519</c:v>
                </c:pt>
                <c:pt idx="555">
                  <c:v>0.4078</c:v>
                </c:pt>
                <c:pt idx="556">
                  <c:v>0.4647</c:v>
                </c:pt>
                <c:pt idx="557">
                  <c:v>0.4818</c:v>
                </c:pt>
                <c:pt idx="558">
                  <c:v>0.4896</c:v>
                </c:pt>
                <c:pt idx="559">
                  <c:v>0.362</c:v>
                </c:pt>
                <c:pt idx="560">
                  <c:v>0.4806</c:v>
                </c:pt>
                <c:pt idx="561">
                  <c:v>0.3455</c:v>
                </c:pt>
                <c:pt idx="562">
                  <c:v>0.4043</c:v>
                </c:pt>
                <c:pt idx="563">
                  <c:v>0.4119</c:v>
                </c:pt>
                <c:pt idx="564">
                  <c:v>0.4045</c:v>
                </c:pt>
                <c:pt idx="565">
                  <c:v>0.3361</c:v>
                </c:pt>
                <c:pt idx="566">
                  <c:v>0.3532</c:v>
                </c:pt>
                <c:pt idx="567">
                  <c:v>0.4397</c:v>
                </c:pt>
                <c:pt idx="568">
                  <c:v>0.5083</c:v>
                </c:pt>
                <c:pt idx="569">
                  <c:v>0.4268</c:v>
                </c:pt>
                <c:pt idx="570">
                  <c:v>0.4317</c:v>
                </c:pt>
                <c:pt idx="571">
                  <c:v>0.469</c:v>
                </c:pt>
                <c:pt idx="572">
                  <c:v>0.4914</c:v>
                </c:pt>
                <c:pt idx="573">
                  <c:v>0.4402</c:v>
                </c:pt>
                <c:pt idx="574">
                  <c:v>0.4682</c:v>
                </c:pt>
                <c:pt idx="575">
                  <c:v>0.4589</c:v>
                </c:pt>
                <c:pt idx="576">
                  <c:v>0.4833</c:v>
                </c:pt>
                <c:pt idx="577">
                  <c:v>0.421</c:v>
                </c:pt>
                <c:pt idx="578">
                  <c:v>0.3731</c:v>
                </c:pt>
                <c:pt idx="579">
                  <c:v>0.4458</c:v>
                </c:pt>
                <c:pt idx="580">
                  <c:v>0.4385</c:v>
                </c:pt>
                <c:pt idx="581">
                  <c:v>0.4197</c:v>
                </c:pt>
                <c:pt idx="582">
                  <c:v>0.3881</c:v>
                </c:pt>
                <c:pt idx="583">
                  <c:v>0.42</c:v>
                </c:pt>
                <c:pt idx="584">
                  <c:v>0.3803</c:v>
                </c:pt>
                <c:pt idx="585">
                  <c:v>0.451</c:v>
                </c:pt>
                <c:pt idx="586">
                  <c:v>0.4394</c:v>
                </c:pt>
                <c:pt idx="587">
                  <c:v>0.3943</c:v>
                </c:pt>
                <c:pt idx="588">
                  <c:v>0.3777</c:v>
                </c:pt>
                <c:pt idx="589">
                  <c:v>0.4565</c:v>
                </c:pt>
                <c:pt idx="590">
                  <c:v>0.393</c:v>
                </c:pt>
                <c:pt idx="591">
                  <c:v>0.394</c:v>
                </c:pt>
                <c:pt idx="592">
                  <c:v>0.421</c:v>
                </c:pt>
                <c:pt idx="593">
                  <c:v>0.4069</c:v>
                </c:pt>
                <c:pt idx="594">
                  <c:v>0.4724</c:v>
                </c:pt>
                <c:pt idx="595">
                  <c:v>0.4525</c:v>
                </c:pt>
                <c:pt idx="596">
                  <c:v>0.4544</c:v>
                </c:pt>
                <c:pt idx="597">
                  <c:v>0.4351</c:v>
                </c:pt>
                <c:pt idx="598">
                  <c:v>0.5433</c:v>
                </c:pt>
                <c:pt idx="599">
                  <c:v>0.4625</c:v>
                </c:pt>
                <c:pt idx="600">
                  <c:v>0.4494</c:v>
                </c:pt>
                <c:pt idx="601">
                  <c:v>0.4886</c:v>
                </c:pt>
                <c:pt idx="602">
                  <c:v>0.3955</c:v>
                </c:pt>
                <c:pt idx="603">
                  <c:v>0.4447</c:v>
                </c:pt>
                <c:pt idx="604">
                  <c:v>0.4454</c:v>
                </c:pt>
                <c:pt idx="605">
                  <c:v>0.3857</c:v>
                </c:pt>
                <c:pt idx="606">
                  <c:v>0.4273</c:v>
                </c:pt>
                <c:pt idx="607">
                  <c:v>0.4056</c:v>
                </c:pt>
                <c:pt idx="608">
                  <c:v>0.4321</c:v>
                </c:pt>
                <c:pt idx="609">
                  <c:v>0.4056</c:v>
                </c:pt>
                <c:pt idx="610">
                  <c:v>0.406</c:v>
                </c:pt>
                <c:pt idx="611">
                  <c:v>0.2601</c:v>
                </c:pt>
                <c:pt idx="612">
                  <c:v>0.3702</c:v>
                </c:pt>
                <c:pt idx="613">
                  <c:v>0.3214</c:v>
                </c:pt>
                <c:pt idx="614">
                  <c:v>0.4484</c:v>
                </c:pt>
                <c:pt idx="615">
                  <c:v>0.3978</c:v>
                </c:pt>
                <c:pt idx="616">
                  <c:v>0.3976</c:v>
                </c:pt>
                <c:pt idx="617">
                  <c:v>0.4307</c:v>
                </c:pt>
                <c:pt idx="618">
                  <c:v>0.3813</c:v>
                </c:pt>
                <c:pt idx="619">
                  <c:v>0.3372</c:v>
                </c:pt>
                <c:pt idx="620">
                  <c:v>0.45</c:v>
                </c:pt>
                <c:pt idx="621">
                  <c:v>0.3764</c:v>
                </c:pt>
                <c:pt idx="622">
                  <c:v>0.4503</c:v>
                </c:pt>
                <c:pt idx="623">
                  <c:v>0.4773</c:v>
                </c:pt>
                <c:pt idx="624">
                  <c:v>0.4849</c:v>
                </c:pt>
                <c:pt idx="625">
                  <c:v>0.4284</c:v>
                </c:pt>
                <c:pt idx="626">
                  <c:v>0.4122</c:v>
                </c:pt>
                <c:pt idx="627">
                  <c:v>0.4378</c:v>
                </c:pt>
                <c:pt idx="628">
                  <c:v>0.4539</c:v>
                </c:pt>
                <c:pt idx="629">
                  <c:v>0.4533</c:v>
                </c:pt>
                <c:pt idx="630">
                  <c:v>0.4291</c:v>
                </c:pt>
                <c:pt idx="631">
                  <c:v>0.4224</c:v>
                </c:pt>
                <c:pt idx="632">
                  <c:v>0.3663</c:v>
                </c:pt>
                <c:pt idx="633">
                  <c:v>0.3892</c:v>
                </c:pt>
                <c:pt idx="634">
                  <c:v>0.44</c:v>
                </c:pt>
                <c:pt idx="635">
                  <c:v>0.3782</c:v>
                </c:pt>
                <c:pt idx="636">
                  <c:v>0.4013</c:v>
                </c:pt>
                <c:pt idx="637">
                  <c:v>0.4432</c:v>
                </c:pt>
                <c:pt idx="638">
                  <c:v>0.4128</c:v>
                </c:pt>
                <c:pt idx="639">
                  <c:v>0.431</c:v>
                </c:pt>
                <c:pt idx="640">
                  <c:v>0.3646</c:v>
                </c:pt>
                <c:pt idx="641">
                  <c:v>0.3869</c:v>
                </c:pt>
                <c:pt idx="642">
                  <c:v>0.3697</c:v>
                </c:pt>
                <c:pt idx="643">
                  <c:v>0.4185</c:v>
                </c:pt>
                <c:pt idx="644">
                  <c:v>0.3945</c:v>
                </c:pt>
                <c:pt idx="645">
                  <c:v>0.3452</c:v>
                </c:pt>
                <c:pt idx="646">
                  <c:v>0.4007</c:v>
                </c:pt>
                <c:pt idx="647">
                  <c:v>0.4142</c:v>
                </c:pt>
                <c:pt idx="648">
                  <c:v>0.3717</c:v>
                </c:pt>
                <c:pt idx="649">
                  <c:v>0.3808</c:v>
                </c:pt>
                <c:pt idx="650">
                  <c:v>0.3566</c:v>
                </c:pt>
                <c:pt idx="651">
                  <c:v>0.3857</c:v>
                </c:pt>
                <c:pt idx="652">
                  <c:v>0.3417</c:v>
                </c:pt>
                <c:pt idx="653">
                  <c:v>0.311</c:v>
                </c:pt>
                <c:pt idx="654">
                  <c:v>0.3836</c:v>
                </c:pt>
                <c:pt idx="655">
                  <c:v>0.3741</c:v>
                </c:pt>
                <c:pt idx="656">
                  <c:v>0.4129</c:v>
                </c:pt>
                <c:pt idx="657">
                  <c:v>0.4617</c:v>
                </c:pt>
                <c:pt idx="658">
                  <c:v>0.4762</c:v>
                </c:pt>
                <c:pt idx="659">
                  <c:v>0.4349</c:v>
                </c:pt>
                <c:pt idx="660">
                  <c:v>0.4297</c:v>
                </c:pt>
                <c:pt idx="661">
                  <c:v>0.3761</c:v>
                </c:pt>
                <c:pt idx="662">
                  <c:v>0.4242</c:v>
                </c:pt>
                <c:pt idx="663">
                  <c:v>0.3721</c:v>
                </c:pt>
                <c:pt idx="664">
                  <c:v>0.4277</c:v>
                </c:pt>
                <c:pt idx="665">
                  <c:v>0.3332</c:v>
                </c:pt>
                <c:pt idx="666">
                  <c:v>0.4349</c:v>
                </c:pt>
                <c:pt idx="667">
                  <c:v>0.4347</c:v>
                </c:pt>
                <c:pt idx="668">
                  <c:v>0.4203</c:v>
                </c:pt>
                <c:pt idx="669">
                  <c:v>0.4167</c:v>
                </c:pt>
                <c:pt idx="670">
                  <c:v>0.3396</c:v>
                </c:pt>
                <c:pt idx="671">
                  <c:v>0.453</c:v>
                </c:pt>
                <c:pt idx="672">
                  <c:v>0.4516</c:v>
                </c:pt>
                <c:pt idx="673">
                  <c:v>0.4047</c:v>
                </c:pt>
                <c:pt idx="674">
                  <c:v>0.4196</c:v>
                </c:pt>
                <c:pt idx="675">
                  <c:v>0.472</c:v>
                </c:pt>
                <c:pt idx="676">
                  <c:v>0.4782</c:v>
                </c:pt>
                <c:pt idx="677">
                  <c:v>0.4596</c:v>
                </c:pt>
                <c:pt idx="678">
                  <c:v>0.3879</c:v>
                </c:pt>
                <c:pt idx="679">
                  <c:v>0.4387</c:v>
                </c:pt>
                <c:pt idx="680">
                  <c:v>0.486</c:v>
                </c:pt>
                <c:pt idx="681">
                  <c:v>0.4537</c:v>
                </c:pt>
                <c:pt idx="682">
                  <c:v>0.439</c:v>
                </c:pt>
                <c:pt idx="683">
                  <c:v>0.346</c:v>
                </c:pt>
                <c:pt idx="684">
                  <c:v>0.3784</c:v>
                </c:pt>
                <c:pt idx="685">
                  <c:v>0.4682</c:v>
                </c:pt>
                <c:pt idx="686">
                  <c:v>0.5099</c:v>
                </c:pt>
                <c:pt idx="687">
                  <c:v>0.4273</c:v>
                </c:pt>
                <c:pt idx="688">
                  <c:v>0.4311</c:v>
                </c:pt>
                <c:pt idx="689">
                  <c:v>0.4097</c:v>
                </c:pt>
                <c:pt idx="690">
                  <c:v>0.402</c:v>
                </c:pt>
                <c:pt idx="691">
                  <c:v>0.447</c:v>
                </c:pt>
                <c:pt idx="692">
                  <c:v>0.4082</c:v>
                </c:pt>
                <c:pt idx="693">
                  <c:v>0.4182</c:v>
                </c:pt>
                <c:pt idx="694">
                  <c:v>0.3763</c:v>
                </c:pt>
                <c:pt idx="695">
                  <c:v>0.4518</c:v>
                </c:pt>
                <c:pt idx="696">
                  <c:v>0.4308</c:v>
                </c:pt>
                <c:pt idx="697">
                  <c:v>0.3867</c:v>
                </c:pt>
                <c:pt idx="698">
                  <c:v>0.4332</c:v>
                </c:pt>
                <c:pt idx="699">
                  <c:v>0.3971</c:v>
                </c:pt>
                <c:pt idx="700">
                  <c:v>0.4771</c:v>
                </c:pt>
                <c:pt idx="701">
                  <c:v>0.4457</c:v>
                </c:pt>
                <c:pt idx="702">
                  <c:v>0.3729</c:v>
                </c:pt>
                <c:pt idx="703">
                  <c:v>0.4092</c:v>
                </c:pt>
                <c:pt idx="704">
                  <c:v>0.3919</c:v>
                </c:pt>
                <c:pt idx="705">
                  <c:v>0.432</c:v>
                </c:pt>
                <c:pt idx="706">
                  <c:v>0.3799</c:v>
                </c:pt>
                <c:pt idx="707">
                  <c:v>0.4024</c:v>
                </c:pt>
                <c:pt idx="708">
                  <c:v>0.3935</c:v>
                </c:pt>
                <c:pt idx="709">
                  <c:v>0.3878</c:v>
                </c:pt>
                <c:pt idx="710">
                  <c:v>0.369</c:v>
                </c:pt>
                <c:pt idx="711">
                  <c:v>0.3386</c:v>
                </c:pt>
                <c:pt idx="712">
                  <c:v>0.3721</c:v>
                </c:pt>
                <c:pt idx="713">
                  <c:v>0.3783</c:v>
                </c:pt>
                <c:pt idx="714">
                  <c:v>0.3965</c:v>
                </c:pt>
                <c:pt idx="715">
                  <c:v>0.2776</c:v>
                </c:pt>
                <c:pt idx="716">
                  <c:v>0.2689</c:v>
                </c:pt>
                <c:pt idx="717">
                  <c:v>0.4144</c:v>
                </c:pt>
                <c:pt idx="718">
                  <c:v>0.3199</c:v>
                </c:pt>
                <c:pt idx="719">
                  <c:v>0.3906</c:v>
                </c:pt>
                <c:pt idx="720">
                  <c:v>0.333</c:v>
                </c:pt>
                <c:pt idx="721">
                  <c:v>0.3952</c:v>
                </c:pt>
                <c:pt idx="722">
                  <c:v>0.3011</c:v>
                </c:pt>
                <c:pt idx="723">
                  <c:v>0.2861</c:v>
                </c:pt>
                <c:pt idx="724">
                  <c:v>0.3496</c:v>
                </c:pt>
                <c:pt idx="725">
                  <c:v>0.3611</c:v>
                </c:pt>
                <c:pt idx="726">
                  <c:v>0.3088</c:v>
                </c:pt>
                <c:pt idx="727">
                  <c:v>0.3413</c:v>
                </c:pt>
                <c:pt idx="728">
                  <c:v>0.3703</c:v>
                </c:pt>
                <c:pt idx="729">
                  <c:v>0.3697</c:v>
                </c:pt>
                <c:pt idx="730">
                  <c:v>0.3551</c:v>
                </c:pt>
                <c:pt idx="731">
                  <c:v>0.3793</c:v>
                </c:pt>
                <c:pt idx="732">
                  <c:v>0.373</c:v>
                </c:pt>
                <c:pt idx="733">
                  <c:v>0.409</c:v>
                </c:pt>
                <c:pt idx="734">
                  <c:v>0.3605</c:v>
                </c:pt>
                <c:pt idx="735">
                  <c:v>0.361</c:v>
                </c:pt>
                <c:pt idx="736">
                  <c:v>0.3601</c:v>
                </c:pt>
                <c:pt idx="737">
                  <c:v>0.3295</c:v>
                </c:pt>
                <c:pt idx="738">
                  <c:v>0.3494</c:v>
                </c:pt>
                <c:pt idx="739">
                  <c:v>0.3485</c:v>
                </c:pt>
                <c:pt idx="740">
                  <c:v>0.3337</c:v>
                </c:pt>
                <c:pt idx="741">
                  <c:v>0.309</c:v>
                </c:pt>
                <c:pt idx="742">
                  <c:v>0.3328</c:v>
                </c:pt>
                <c:pt idx="743">
                  <c:v>0.3382</c:v>
                </c:pt>
                <c:pt idx="744">
                  <c:v>0.3072</c:v>
                </c:pt>
                <c:pt idx="745">
                  <c:v>0.3781</c:v>
                </c:pt>
                <c:pt idx="746">
                  <c:v>0.3831</c:v>
                </c:pt>
                <c:pt idx="747">
                  <c:v>0.3478</c:v>
                </c:pt>
                <c:pt idx="748">
                  <c:v>0.3469</c:v>
                </c:pt>
                <c:pt idx="749">
                  <c:v>0.278</c:v>
                </c:pt>
                <c:pt idx="750">
                  <c:v>0.3652</c:v>
                </c:pt>
                <c:pt idx="751">
                  <c:v>0.3667</c:v>
                </c:pt>
                <c:pt idx="752">
                  <c:v>0.3389</c:v>
                </c:pt>
                <c:pt idx="753">
                  <c:v>0.3582</c:v>
                </c:pt>
                <c:pt idx="754">
                  <c:v>0.2934</c:v>
                </c:pt>
                <c:pt idx="755">
                  <c:v>0.3165</c:v>
                </c:pt>
                <c:pt idx="756">
                  <c:v>0.2902</c:v>
                </c:pt>
                <c:pt idx="757">
                  <c:v>0.2886</c:v>
                </c:pt>
                <c:pt idx="758">
                  <c:v>0.316</c:v>
                </c:pt>
                <c:pt idx="759">
                  <c:v>0.3322</c:v>
                </c:pt>
                <c:pt idx="760">
                  <c:v>0.3185</c:v>
                </c:pt>
                <c:pt idx="761">
                  <c:v>0.3794</c:v>
                </c:pt>
                <c:pt idx="762">
                  <c:v>0.5661</c:v>
                </c:pt>
                <c:pt idx="763">
                  <c:v>0.537</c:v>
                </c:pt>
                <c:pt idx="764">
                  <c:v>0.4467</c:v>
                </c:pt>
                <c:pt idx="765">
                  <c:v>0.5133</c:v>
                </c:pt>
                <c:pt idx="766">
                  <c:v>0.4777</c:v>
                </c:pt>
                <c:pt idx="767">
                  <c:v>0.4716</c:v>
                </c:pt>
                <c:pt idx="768">
                  <c:v>0.3507</c:v>
                </c:pt>
                <c:pt idx="769">
                  <c:v>0.3829</c:v>
                </c:pt>
                <c:pt idx="770">
                  <c:v>0.313</c:v>
                </c:pt>
                <c:pt idx="771">
                  <c:v>0.3414</c:v>
                </c:pt>
                <c:pt idx="772">
                  <c:v>0.3241</c:v>
                </c:pt>
                <c:pt idx="773">
                  <c:v>0.3321</c:v>
                </c:pt>
                <c:pt idx="774">
                  <c:v>0.2742</c:v>
                </c:pt>
                <c:pt idx="775">
                  <c:v>0.3674</c:v>
                </c:pt>
                <c:pt idx="776">
                  <c:v>0.3592</c:v>
                </c:pt>
                <c:pt idx="777">
                  <c:v>0.3623</c:v>
                </c:pt>
                <c:pt idx="778">
                  <c:v>0.3197</c:v>
                </c:pt>
                <c:pt idx="779">
                  <c:v>0.354</c:v>
                </c:pt>
                <c:pt idx="780">
                  <c:v>0.3291</c:v>
                </c:pt>
                <c:pt idx="781">
                  <c:v>0.3293</c:v>
                </c:pt>
                <c:pt idx="782">
                  <c:v>0.2691</c:v>
                </c:pt>
                <c:pt idx="783">
                  <c:v>0.334</c:v>
                </c:pt>
                <c:pt idx="784">
                  <c:v>0.3377</c:v>
                </c:pt>
                <c:pt idx="785">
                  <c:v>0.358</c:v>
                </c:pt>
                <c:pt idx="786">
                  <c:v>0.3646</c:v>
                </c:pt>
                <c:pt idx="787">
                  <c:v>0.3798</c:v>
                </c:pt>
                <c:pt idx="788">
                  <c:v>0.2675</c:v>
                </c:pt>
                <c:pt idx="789">
                  <c:v>0.335</c:v>
                </c:pt>
                <c:pt idx="790">
                  <c:v>0.3372</c:v>
                </c:pt>
                <c:pt idx="791">
                  <c:v>0.3528</c:v>
                </c:pt>
                <c:pt idx="792">
                  <c:v>0.3512</c:v>
                </c:pt>
                <c:pt idx="793">
                  <c:v>0.2906</c:v>
                </c:pt>
                <c:pt idx="794">
                  <c:v>0.3034</c:v>
                </c:pt>
                <c:pt idx="795">
                  <c:v>0.3229</c:v>
                </c:pt>
                <c:pt idx="796">
                  <c:v>0.2757</c:v>
                </c:pt>
                <c:pt idx="797">
                  <c:v>0.3153</c:v>
                </c:pt>
                <c:pt idx="798">
                  <c:v>0.299</c:v>
                </c:pt>
                <c:pt idx="799">
                  <c:v>0.2837</c:v>
                </c:pt>
                <c:pt idx="800">
                  <c:v>0.321</c:v>
                </c:pt>
                <c:pt idx="801">
                  <c:v>0.2693</c:v>
                </c:pt>
                <c:pt idx="802">
                  <c:v>0.3251</c:v>
                </c:pt>
                <c:pt idx="803">
                  <c:v>0.3232</c:v>
                </c:pt>
                <c:pt idx="804">
                  <c:v>0.3319</c:v>
                </c:pt>
                <c:pt idx="805">
                  <c:v>0.3535</c:v>
                </c:pt>
                <c:pt idx="806">
                  <c:v>0.3274</c:v>
                </c:pt>
                <c:pt idx="807">
                  <c:v>0.3268</c:v>
                </c:pt>
                <c:pt idx="808">
                  <c:v>0.3266</c:v>
                </c:pt>
              </c:numCache>
            </c:numRef>
          </c:val>
          <c:smooth val="0"/>
        </c:ser>
        <c:ser>
          <c:idx val="2"/>
          <c:order val="2"/>
          <c:tx>
            <c:strRef>
              <c:f>Sheet1!$D$1</c:f>
              <c:strCache>
                <c:ptCount val="1"/>
                <c:pt idx="0">
                  <c:v>All members</c:v>
                </c:pt>
              </c:strCache>
            </c:strRef>
          </c:tx>
          <c:spPr>
            <a:solidFill>
              <a:srgbClr val="0B0B0B"/>
            </a:solidFill>
            <a:ln w="12700" cap="flat">
              <a:solidFill>
                <a:srgbClr val="0B0B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0B0B"/>
              </a:solidFill>
              <a:ln w="9525" cap="flat">
                <a:solidFill>
                  <a:srgbClr val="0B0B0B"/>
                </a:solidFill>
                <a:prstDash val="solid"/>
                <a:round/>
              </a:ln>
              <a:effectLst/>
            </c:spPr>
          </c:marker>
          <c:cat>
            <c:multiLvlStrRef>
              <c:f>Sheet1!$A$2:$A$810</c:f>
              <c:multiLvlStrCache>
                <c:ptCount val="809"/>
                <c:lvl>
                  <c:pt idx="0">
                    <c:v>2011</c:v>
                  </c:pt>
                  <c:pt idx="1">
                    <c:v>2011</c:v>
                  </c:pt>
                  <c:pt idx="2">
                    <c:v>2011</c:v>
                  </c:pt>
                  <c:pt idx="3">
                    <c:v>2011</c:v>
                  </c:pt>
                  <c:pt idx="4">
                    <c:v>2011</c:v>
                  </c:pt>
                  <c:pt idx="5">
                    <c:v>2011</c:v>
                  </c:pt>
                  <c:pt idx="6">
                    <c:v>2011</c:v>
                  </c:pt>
                  <c:pt idx="7">
                    <c:v>2011</c:v>
                  </c:pt>
                  <c:pt idx="8">
                    <c:v>2011</c:v>
                  </c:pt>
                  <c:pt idx="9">
                    <c:v>2011</c:v>
                  </c:pt>
                  <c:pt idx="10">
                    <c:v>2011</c:v>
                  </c:pt>
                  <c:pt idx="11">
                    <c:v>2011</c:v>
                  </c:pt>
                  <c:pt idx="12">
                    <c:v>2011</c:v>
                  </c:pt>
                  <c:pt idx="13">
                    <c:v>2011</c:v>
                  </c:pt>
                  <c:pt idx="14">
                    <c:v>2011</c:v>
                  </c:pt>
                  <c:pt idx="15">
                    <c:v>2011</c:v>
                  </c:pt>
                  <c:pt idx="16">
                    <c:v>2011</c:v>
                  </c:pt>
                  <c:pt idx="17">
                    <c:v>2011</c:v>
                  </c:pt>
                  <c:pt idx="18">
                    <c:v>2011</c:v>
                  </c:pt>
                  <c:pt idx="19">
                    <c:v>2011</c:v>
                  </c:pt>
                  <c:pt idx="20">
                    <c:v>2011</c:v>
                  </c:pt>
                  <c:pt idx="21">
                    <c:v>2011</c:v>
                  </c:pt>
                  <c:pt idx="22">
                    <c:v>2011</c:v>
                  </c:pt>
                  <c:pt idx="23">
                    <c:v>2011</c:v>
                  </c:pt>
                  <c:pt idx="24">
                    <c:v>2011</c:v>
                  </c:pt>
                  <c:pt idx="25">
                    <c:v>2011</c:v>
                  </c:pt>
                  <c:pt idx="26">
                    <c:v>2011</c:v>
                  </c:pt>
                  <c:pt idx="27">
                    <c:v>2011</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2011</c:v>
                  </c:pt>
                  <c:pt idx="41">
                    <c:v>2011</c:v>
                  </c:pt>
                  <c:pt idx="42">
                    <c:v>2011</c:v>
                  </c:pt>
                  <c:pt idx="43">
                    <c:v>2011</c:v>
                  </c:pt>
                  <c:pt idx="44">
                    <c:v>2011</c:v>
                  </c:pt>
                  <c:pt idx="45">
                    <c:v>2011</c:v>
                  </c:pt>
                  <c:pt idx="46">
                    <c:v>2011</c:v>
                  </c:pt>
                  <c:pt idx="47">
                    <c:v>2011</c:v>
                  </c:pt>
                  <c:pt idx="48">
                    <c:v>2011</c:v>
                  </c:pt>
                  <c:pt idx="49">
                    <c:v>2011</c:v>
                  </c:pt>
                  <c:pt idx="50">
                    <c:v>2012</c:v>
                  </c:pt>
                  <c:pt idx="51">
                    <c:v>2012</c:v>
                  </c:pt>
                  <c:pt idx="52">
                    <c:v>2012</c:v>
                  </c:pt>
                  <c:pt idx="53">
                    <c:v>2012</c:v>
                  </c:pt>
                  <c:pt idx="54">
                    <c:v>2012</c:v>
                  </c:pt>
                  <c:pt idx="55">
                    <c:v>2012</c:v>
                  </c:pt>
                  <c:pt idx="56">
                    <c:v>2012</c:v>
                  </c:pt>
                  <c:pt idx="57">
                    <c:v>2012</c:v>
                  </c:pt>
                  <c:pt idx="58">
                    <c:v>2012</c:v>
                  </c:pt>
                  <c:pt idx="59">
                    <c:v>2012</c:v>
                  </c:pt>
                  <c:pt idx="60">
                    <c:v>2012</c:v>
                  </c:pt>
                  <c:pt idx="61">
                    <c:v>2012</c:v>
                  </c:pt>
                  <c:pt idx="62">
                    <c:v>2012</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2012</c:v>
                  </c:pt>
                  <c:pt idx="76">
                    <c:v>2012</c:v>
                  </c:pt>
                  <c:pt idx="77">
                    <c:v>2012</c:v>
                  </c:pt>
                  <c:pt idx="78">
                    <c:v>2012</c:v>
                  </c:pt>
                  <c:pt idx="79">
                    <c:v>2012</c:v>
                  </c:pt>
                  <c:pt idx="80">
                    <c:v>2012</c:v>
                  </c:pt>
                  <c:pt idx="81">
                    <c:v>2012</c:v>
                  </c:pt>
                  <c:pt idx="82">
                    <c:v>2012</c:v>
                  </c:pt>
                  <c:pt idx="83">
                    <c:v>2012</c:v>
                  </c:pt>
                  <c:pt idx="84">
                    <c:v>2012</c:v>
                  </c:pt>
                  <c:pt idx="85">
                    <c:v>2012</c:v>
                  </c:pt>
                  <c:pt idx="86">
                    <c:v>2012</c:v>
                  </c:pt>
                  <c:pt idx="87">
                    <c:v>2012</c:v>
                  </c:pt>
                  <c:pt idx="88">
                    <c:v>2012</c:v>
                  </c:pt>
                  <c:pt idx="89">
                    <c:v>2012</c:v>
                  </c:pt>
                  <c:pt idx="90">
                    <c:v>2012</c:v>
                  </c:pt>
                  <c:pt idx="91">
                    <c:v>2012</c:v>
                  </c:pt>
                  <c:pt idx="92">
                    <c:v>2012</c:v>
                  </c:pt>
                  <c:pt idx="93">
                    <c:v>2012</c:v>
                  </c:pt>
                  <c:pt idx="94">
                    <c:v>2012</c:v>
                  </c:pt>
                  <c:pt idx="95">
                    <c:v>2012</c:v>
                  </c:pt>
                  <c:pt idx="96">
                    <c:v>2012</c:v>
                  </c:pt>
                  <c:pt idx="97">
                    <c:v>2012</c:v>
                  </c:pt>
                  <c:pt idx="98">
                    <c:v>2012</c:v>
                  </c:pt>
                  <c:pt idx="99">
                    <c:v>2012</c:v>
                  </c:pt>
                  <c:pt idx="100">
                    <c:v>2012</c:v>
                  </c:pt>
                  <c:pt idx="101">
                    <c:v>2012</c:v>
                  </c:pt>
                  <c:pt idx="102">
                    <c:v>2013</c:v>
                  </c:pt>
                  <c:pt idx="103">
                    <c:v>2013</c:v>
                  </c:pt>
                  <c:pt idx="104">
                    <c:v>2013</c:v>
                  </c:pt>
                  <c:pt idx="105">
                    <c:v>2013</c:v>
                  </c:pt>
                  <c:pt idx="106">
                    <c:v>2013</c:v>
                  </c:pt>
                  <c:pt idx="107">
                    <c:v>2013</c:v>
                  </c:pt>
                  <c:pt idx="108">
                    <c:v>2013</c:v>
                  </c:pt>
                  <c:pt idx="109">
                    <c:v>2013</c:v>
                  </c:pt>
                  <c:pt idx="110">
                    <c:v>2013</c:v>
                  </c:pt>
                  <c:pt idx="111">
                    <c:v>2013</c:v>
                  </c:pt>
                  <c:pt idx="112">
                    <c:v>2013</c:v>
                  </c:pt>
                  <c:pt idx="113">
                    <c:v>2013</c:v>
                  </c:pt>
                  <c:pt idx="114">
                    <c:v>2013</c:v>
                  </c:pt>
                  <c:pt idx="115">
                    <c:v>2013</c:v>
                  </c:pt>
                  <c:pt idx="116">
                    <c:v>2013</c:v>
                  </c:pt>
                  <c:pt idx="117">
                    <c:v>2013</c:v>
                  </c:pt>
                  <c:pt idx="118">
                    <c:v>2013</c:v>
                  </c:pt>
                  <c:pt idx="119">
                    <c:v>2013</c:v>
                  </c:pt>
                  <c:pt idx="120">
                    <c:v>2013</c:v>
                  </c:pt>
                  <c:pt idx="121">
                    <c:v>2013</c:v>
                  </c:pt>
                  <c:pt idx="122">
                    <c:v>2013</c:v>
                  </c:pt>
                  <c:pt idx="123">
                    <c:v>2013</c:v>
                  </c:pt>
                  <c:pt idx="124">
                    <c:v>2013</c:v>
                  </c:pt>
                  <c:pt idx="125">
                    <c:v>2013</c:v>
                  </c:pt>
                  <c:pt idx="126">
                    <c:v>2013</c:v>
                  </c:pt>
                  <c:pt idx="127">
                    <c:v>2013</c:v>
                  </c:pt>
                  <c:pt idx="128">
                    <c:v>2013</c:v>
                  </c:pt>
                  <c:pt idx="129">
                    <c:v>2013</c:v>
                  </c:pt>
                  <c:pt idx="130">
                    <c:v>2013</c:v>
                  </c:pt>
                  <c:pt idx="131">
                    <c:v>2013</c:v>
                  </c:pt>
                  <c:pt idx="132">
                    <c:v>2013</c:v>
                  </c:pt>
                  <c:pt idx="133">
                    <c:v>2013</c:v>
                  </c:pt>
                  <c:pt idx="134">
                    <c:v>2013</c:v>
                  </c:pt>
                  <c:pt idx="135">
                    <c:v>2013</c:v>
                  </c:pt>
                  <c:pt idx="136">
                    <c:v>2013</c:v>
                  </c:pt>
                  <c:pt idx="137">
                    <c:v>2013</c:v>
                  </c:pt>
                  <c:pt idx="138">
                    <c:v>2013</c:v>
                  </c:pt>
                  <c:pt idx="139">
                    <c:v>2013</c:v>
                  </c:pt>
                  <c:pt idx="140">
                    <c:v>2013</c:v>
                  </c:pt>
                  <c:pt idx="141">
                    <c:v>2013</c:v>
                  </c:pt>
                  <c:pt idx="142">
                    <c:v>2013</c:v>
                  </c:pt>
                  <c:pt idx="143">
                    <c:v>2013</c:v>
                  </c:pt>
                  <c:pt idx="144">
                    <c:v>2013</c:v>
                  </c:pt>
                  <c:pt idx="145">
                    <c:v>2013</c:v>
                  </c:pt>
                  <c:pt idx="146">
                    <c:v>2013</c:v>
                  </c:pt>
                  <c:pt idx="147">
                    <c:v>2013</c:v>
                  </c:pt>
                  <c:pt idx="148">
                    <c:v>2013</c:v>
                  </c:pt>
                  <c:pt idx="149">
                    <c:v>2013</c:v>
                  </c:pt>
                  <c:pt idx="150">
                    <c:v>2013</c:v>
                  </c:pt>
                  <c:pt idx="151">
                    <c:v>2013</c:v>
                  </c:pt>
                  <c:pt idx="152">
                    <c:v>2013</c:v>
                  </c:pt>
                  <c:pt idx="153">
                    <c:v>2014</c:v>
                  </c:pt>
                  <c:pt idx="154">
                    <c:v>2014</c:v>
                  </c:pt>
                  <c:pt idx="155">
                    <c:v>2014</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2014</c:v>
                  </c:pt>
                  <c:pt idx="169">
                    <c:v>2014</c:v>
                  </c:pt>
                  <c:pt idx="170">
                    <c:v>2014</c:v>
                  </c:pt>
                  <c:pt idx="171">
                    <c:v>2014</c:v>
                  </c:pt>
                  <c:pt idx="172">
                    <c:v>2014</c:v>
                  </c:pt>
                  <c:pt idx="173">
                    <c:v>2014</c:v>
                  </c:pt>
                  <c:pt idx="174">
                    <c:v>2014</c:v>
                  </c:pt>
                  <c:pt idx="175">
                    <c:v>2014</c:v>
                  </c:pt>
                  <c:pt idx="176">
                    <c:v>2014</c:v>
                  </c:pt>
                  <c:pt idx="177">
                    <c:v>2014</c:v>
                  </c:pt>
                  <c:pt idx="178">
                    <c:v>2014</c:v>
                  </c:pt>
                  <c:pt idx="179">
                    <c:v>2014</c:v>
                  </c:pt>
                  <c:pt idx="180">
                    <c:v>2014</c:v>
                  </c:pt>
                  <c:pt idx="181">
                    <c:v>2014</c:v>
                  </c:pt>
                  <c:pt idx="182">
                    <c:v>2014</c:v>
                  </c:pt>
                  <c:pt idx="183">
                    <c:v>2014</c:v>
                  </c:pt>
                  <c:pt idx="184">
                    <c:v>2014</c:v>
                  </c:pt>
                  <c:pt idx="185">
                    <c:v>2014</c:v>
                  </c:pt>
                  <c:pt idx="186">
                    <c:v>2014</c:v>
                  </c:pt>
                  <c:pt idx="187">
                    <c:v>2014</c:v>
                  </c:pt>
                  <c:pt idx="188">
                    <c:v>2014</c:v>
                  </c:pt>
                  <c:pt idx="189">
                    <c:v>2014</c:v>
                  </c:pt>
                  <c:pt idx="190">
                    <c:v>2014</c:v>
                  </c:pt>
                  <c:pt idx="191">
                    <c:v>2014</c:v>
                  </c:pt>
                  <c:pt idx="192">
                    <c:v>2014</c:v>
                  </c:pt>
                  <c:pt idx="193">
                    <c:v>2014</c:v>
                  </c:pt>
                  <c:pt idx="194">
                    <c:v>2014</c:v>
                  </c:pt>
                  <c:pt idx="195">
                    <c:v>2014</c:v>
                  </c:pt>
                  <c:pt idx="196">
                    <c:v>2014</c:v>
                  </c:pt>
                  <c:pt idx="197">
                    <c:v>2014</c:v>
                  </c:pt>
                  <c:pt idx="198">
                    <c:v>2014</c:v>
                  </c:pt>
                  <c:pt idx="199">
                    <c:v>2014</c:v>
                  </c:pt>
                  <c:pt idx="200">
                    <c:v>2014</c:v>
                  </c:pt>
                  <c:pt idx="201">
                    <c:v>2014</c:v>
                  </c:pt>
                  <c:pt idx="202">
                    <c:v>2014</c:v>
                  </c:pt>
                  <c:pt idx="203">
                    <c:v>2014</c:v>
                  </c:pt>
                  <c:pt idx="204">
                    <c:v>2015</c:v>
                  </c:pt>
                  <c:pt idx="205">
                    <c:v>2015</c:v>
                  </c:pt>
                  <c:pt idx="206">
                    <c:v>2015</c:v>
                  </c:pt>
                  <c:pt idx="207">
                    <c:v>2015</c:v>
                  </c:pt>
                  <c:pt idx="208">
                    <c:v>2015</c:v>
                  </c:pt>
                  <c:pt idx="209">
                    <c:v>2015</c:v>
                  </c:pt>
                  <c:pt idx="210">
                    <c:v>2015</c:v>
                  </c:pt>
                  <c:pt idx="211">
                    <c:v>2015</c:v>
                  </c:pt>
                  <c:pt idx="212">
                    <c:v>2015</c:v>
                  </c:pt>
                  <c:pt idx="213">
                    <c:v>2015</c:v>
                  </c:pt>
                  <c:pt idx="214">
                    <c:v>2015</c:v>
                  </c:pt>
                  <c:pt idx="215">
                    <c:v>2015</c:v>
                  </c:pt>
                  <c:pt idx="216">
                    <c:v>2015</c:v>
                  </c:pt>
                  <c:pt idx="217">
                    <c:v>2015</c:v>
                  </c:pt>
                  <c:pt idx="218">
                    <c:v>2015</c:v>
                  </c:pt>
                  <c:pt idx="219">
                    <c:v>2015</c:v>
                  </c:pt>
                  <c:pt idx="220">
                    <c:v>2015</c:v>
                  </c:pt>
                  <c:pt idx="221">
                    <c:v>2015</c:v>
                  </c:pt>
                  <c:pt idx="222">
                    <c:v>2015</c:v>
                  </c:pt>
                  <c:pt idx="223">
                    <c:v>2015</c:v>
                  </c:pt>
                  <c:pt idx="224">
                    <c:v>2015</c:v>
                  </c:pt>
                  <c:pt idx="225">
                    <c:v>2015</c:v>
                  </c:pt>
                  <c:pt idx="226">
                    <c:v>2015</c:v>
                  </c:pt>
                  <c:pt idx="227">
                    <c:v>2015</c:v>
                  </c:pt>
                  <c:pt idx="228">
                    <c:v>2015</c:v>
                  </c:pt>
                  <c:pt idx="229">
                    <c:v>2015</c:v>
                  </c:pt>
                  <c:pt idx="230">
                    <c:v>2015</c:v>
                  </c:pt>
                  <c:pt idx="231">
                    <c:v>2015</c:v>
                  </c:pt>
                  <c:pt idx="232">
                    <c:v>2015</c:v>
                  </c:pt>
                  <c:pt idx="233">
                    <c:v>2015</c:v>
                  </c:pt>
                  <c:pt idx="234">
                    <c:v>2015</c:v>
                  </c:pt>
                  <c:pt idx="235">
                    <c:v>2015</c:v>
                  </c:pt>
                  <c:pt idx="236">
                    <c:v>2015</c:v>
                  </c:pt>
                  <c:pt idx="237">
                    <c:v>2015</c:v>
                  </c:pt>
                  <c:pt idx="238">
                    <c:v>2015</c:v>
                  </c:pt>
                  <c:pt idx="239">
                    <c:v>2015</c:v>
                  </c:pt>
                  <c:pt idx="240">
                    <c:v>2015</c:v>
                  </c:pt>
                  <c:pt idx="241">
                    <c:v>2015</c:v>
                  </c:pt>
                  <c:pt idx="242">
                    <c:v>2015</c:v>
                  </c:pt>
                  <c:pt idx="243">
                    <c:v>2015</c:v>
                  </c:pt>
                  <c:pt idx="244">
                    <c:v>2015</c:v>
                  </c:pt>
                  <c:pt idx="245">
                    <c:v>2015</c:v>
                  </c:pt>
                  <c:pt idx="246">
                    <c:v>2015</c:v>
                  </c:pt>
                  <c:pt idx="247">
                    <c:v>2015</c:v>
                  </c:pt>
                  <c:pt idx="248">
                    <c:v>2015</c:v>
                  </c:pt>
                  <c:pt idx="249">
                    <c:v>2015</c:v>
                  </c:pt>
                  <c:pt idx="250">
                    <c:v>2015</c:v>
                  </c:pt>
                  <c:pt idx="251">
                    <c:v>2015</c:v>
                  </c:pt>
                  <c:pt idx="252">
                    <c:v>2015</c:v>
                  </c:pt>
                  <c:pt idx="253">
                    <c:v>2015</c:v>
                  </c:pt>
                  <c:pt idx="254">
                    <c:v>2015</c:v>
                  </c:pt>
                  <c:pt idx="255">
                    <c:v>2016</c:v>
                  </c:pt>
                  <c:pt idx="256">
                    <c:v>2016</c:v>
                  </c:pt>
                  <c:pt idx="257">
                    <c:v>2016</c:v>
                  </c:pt>
                  <c:pt idx="258">
                    <c:v>2016</c:v>
                  </c:pt>
                  <c:pt idx="259">
                    <c:v>2016</c:v>
                  </c:pt>
                  <c:pt idx="260">
                    <c:v>2016</c:v>
                  </c:pt>
                  <c:pt idx="261">
                    <c:v>2016</c:v>
                  </c:pt>
                  <c:pt idx="262">
                    <c:v>2016</c:v>
                  </c:pt>
                  <c:pt idx="263">
                    <c:v>2016</c:v>
                  </c:pt>
                  <c:pt idx="264">
                    <c:v>2016</c:v>
                  </c:pt>
                  <c:pt idx="265">
                    <c:v>2016</c:v>
                  </c:pt>
                  <c:pt idx="266">
                    <c:v>2016</c:v>
                  </c:pt>
                  <c:pt idx="267">
                    <c:v>2016</c:v>
                  </c:pt>
                  <c:pt idx="268">
                    <c:v>2016</c:v>
                  </c:pt>
                  <c:pt idx="269">
                    <c:v>2016</c:v>
                  </c:pt>
                  <c:pt idx="270">
                    <c:v>2016</c:v>
                  </c:pt>
                  <c:pt idx="271">
                    <c:v>2016</c:v>
                  </c:pt>
                  <c:pt idx="272">
                    <c:v>2016</c:v>
                  </c:pt>
                  <c:pt idx="273">
                    <c:v>2016</c:v>
                  </c:pt>
                  <c:pt idx="274">
                    <c:v>2016</c:v>
                  </c:pt>
                  <c:pt idx="275">
                    <c:v>2016</c:v>
                  </c:pt>
                  <c:pt idx="276">
                    <c:v>2016</c:v>
                  </c:pt>
                  <c:pt idx="277">
                    <c:v>2016</c:v>
                  </c:pt>
                  <c:pt idx="278">
                    <c:v>2016</c:v>
                  </c:pt>
                  <c:pt idx="279">
                    <c:v>2016</c:v>
                  </c:pt>
                  <c:pt idx="280">
                    <c:v>2016</c:v>
                  </c:pt>
                  <c:pt idx="281">
                    <c:v>2016</c:v>
                  </c:pt>
                  <c:pt idx="282">
                    <c:v>2016</c:v>
                  </c:pt>
                  <c:pt idx="283">
                    <c:v>2016</c:v>
                  </c:pt>
                  <c:pt idx="284">
                    <c:v>2016</c:v>
                  </c:pt>
                  <c:pt idx="285">
                    <c:v>2016</c:v>
                  </c:pt>
                  <c:pt idx="286">
                    <c:v>2016</c:v>
                  </c:pt>
                  <c:pt idx="287">
                    <c:v>2016</c:v>
                  </c:pt>
                  <c:pt idx="288">
                    <c:v>2016</c:v>
                  </c:pt>
                  <c:pt idx="289">
                    <c:v>2016</c:v>
                  </c:pt>
                  <c:pt idx="290">
                    <c:v>2016</c:v>
                  </c:pt>
                  <c:pt idx="291">
                    <c:v>2016</c:v>
                  </c:pt>
                  <c:pt idx="292">
                    <c:v>2016</c:v>
                  </c:pt>
                  <c:pt idx="293">
                    <c:v>2016</c:v>
                  </c:pt>
                  <c:pt idx="294">
                    <c:v>2016</c:v>
                  </c:pt>
                  <c:pt idx="295">
                    <c:v>2016</c:v>
                  </c:pt>
                  <c:pt idx="296">
                    <c:v>2016</c:v>
                  </c:pt>
                  <c:pt idx="297">
                    <c:v>2016</c:v>
                  </c:pt>
                  <c:pt idx="298">
                    <c:v>2016</c:v>
                  </c:pt>
                  <c:pt idx="299">
                    <c:v>2016</c:v>
                  </c:pt>
                  <c:pt idx="300">
                    <c:v>2016</c:v>
                  </c:pt>
                  <c:pt idx="301">
                    <c:v>2016</c:v>
                  </c:pt>
                  <c:pt idx="302">
                    <c:v>2016</c:v>
                  </c:pt>
                  <c:pt idx="303">
                    <c:v>2016</c:v>
                  </c:pt>
                  <c:pt idx="304">
                    <c:v>2016</c:v>
                  </c:pt>
                  <c:pt idx="305">
                    <c:v>2016</c:v>
                  </c:pt>
                  <c:pt idx="306">
                    <c:v>2017</c:v>
                  </c:pt>
                  <c:pt idx="307">
                    <c:v>2017</c:v>
                  </c:pt>
                  <c:pt idx="308">
                    <c:v>2017</c:v>
                  </c:pt>
                  <c:pt idx="309">
                    <c:v>2017</c:v>
                  </c:pt>
                  <c:pt idx="310">
                    <c:v>2017</c:v>
                  </c:pt>
                  <c:pt idx="311">
                    <c:v>2017</c:v>
                  </c:pt>
                  <c:pt idx="312">
                    <c:v>2017</c:v>
                  </c:pt>
                  <c:pt idx="313">
                    <c:v>2017</c:v>
                  </c:pt>
                  <c:pt idx="314">
                    <c:v>2017</c:v>
                  </c:pt>
                  <c:pt idx="315">
                    <c:v>2017</c:v>
                  </c:pt>
                  <c:pt idx="316">
                    <c:v>2017</c:v>
                  </c:pt>
                  <c:pt idx="317">
                    <c:v>2017</c:v>
                  </c:pt>
                  <c:pt idx="318">
                    <c:v>2017</c:v>
                  </c:pt>
                  <c:pt idx="319">
                    <c:v>2017</c:v>
                  </c:pt>
                  <c:pt idx="320">
                    <c:v>2017</c:v>
                  </c:pt>
                  <c:pt idx="321">
                    <c:v>2017</c:v>
                  </c:pt>
                  <c:pt idx="322">
                    <c:v>2017</c:v>
                  </c:pt>
                  <c:pt idx="323">
                    <c:v>2017</c:v>
                  </c:pt>
                  <c:pt idx="324">
                    <c:v>2017</c:v>
                  </c:pt>
                  <c:pt idx="325">
                    <c:v>2017</c:v>
                  </c:pt>
                  <c:pt idx="326">
                    <c:v>2017</c:v>
                  </c:pt>
                  <c:pt idx="327">
                    <c:v>2017</c:v>
                  </c:pt>
                  <c:pt idx="328">
                    <c:v>2017</c:v>
                  </c:pt>
                  <c:pt idx="329">
                    <c:v>2017</c:v>
                  </c:pt>
                  <c:pt idx="330">
                    <c:v>2017</c:v>
                  </c:pt>
                  <c:pt idx="331">
                    <c:v>2017</c:v>
                  </c:pt>
                  <c:pt idx="332">
                    <c:v>2017</c:v>
                  </c:pt>
                  <c:pt idx="333">
                    <c:v>2017</c:v>
                  </c:pt>
                  <c:pt idx="334">
                    <c:v>2017</c:v>
                  </c:pt>
                  <c:pt idx="335">
                    <c:v>2017</c:v>
                  </c:pt>
                  <c:pt idx="336">
                    <c:v>2017</c:v>
                  </c:pt>
                  <c:pt idx="337">
                    <c:v>2017</c:v>
                  </c:pt>
                  <c:pt idx="338">
                    <c:v>2017</c:v>
                  </c:pt>
                  <c:pt idx="339">
                    <c:v>2017</c:v>
                  </c:pt>
                  <c:pt idx="340">
                    <c:v>2017</c:v>
                  </c:pt>
                  <c:pt idx="341">
                    <c:v>2017</c:v>
                  </c:pt>
                  <c:pt idx="342">
                    <c:v>2017</c:v>
                  </c:pt>
                  <c:pt idx="343">
                    <c:v>2017</c:v>
                  </c:pt>
                  <c:pt idx="344">
                    <c:v>2017</c:v>
                  </c:pt>
                  <c:pt idx="345">
                    <c:v>2017</c:v>
                  </c:pt>
                  <c:pt idx="346">
                    <c:v>2017</c:v>
                  </c:pt>
                  <c:pt idx="347">
                    <c:v>2017</c:v>
                  </c:pt>
                  <c:pt idx="348">
                    <c:v>2017</c:v>
                  </c:pt>
                  <c:pt idx="349">
                    <c:v>2017</c:v>
                  </c:pt>
                  <c:pt idx="350">
                    <c:v>2017</c:v>
                  </c:pt>
                  <c:pt idx="351">
                    <c:v>2017</c:v>
                  </c:pt>
                  <c:pt idx="352">
                    <c:v>2017</c:v>
                  </c:pt>
                  <c:pt idx="353">
                    <c:v>2017</c:v>
                  </c:pt>
                  <c:pt idx="354">
                    <c:v>2017</c:v>
                  </c:pt>
                  <c:pt idx="355">
                    <c:v>2017</c:v>
                  </c:pt>
                  <c:pt idx="356">
                    <c:v>2017</c:v>
                  </c:pt>
                  <c:pt idx="357">
                    <c:v>2017</c:v>
                  </c:pt>
                  <c:pt idx="358">
                    <c:v>2018</c:v>
                  </c:pt>
                  <c:pt idx="359">
                    <c:v>2018</c:v>
                  </c:pt>
                  <c:pt idx="360">
                    <c:v>2018</c:v>
                  </c:pt>
                  <c:pt idx="361">
                    <c:v>2018</c:v>
                  </c:pt>
                  <c:pt idx="362">
                    <c:v>2018</c:v>
                  </c:pt>
                  <c:pt idx="363">
                    <c:v>2018</c:v>
                  </c:pt>
                  <c:pt idx="364">
                    <c:v>2018</c:v>
                  </c:pt>
                  <c:pt idx="365">
                    <c:v>2018</c:v>
                  </c:pt>
                  <c:pt idx="366">
                    <c:v>2018</c:v>
                  </c:pt>
                  <c:pt idx="367">
                    <c:v>2018</c:v>
                  </c:pt>
                  <c:pt idx="368">
                    <c:v>2018</c:v>
                  </c:pt>
                  <c:pt idx="369">
                    <c:v>2018</c:v>
                  </c:pt>
                  <c:pt idx="370">
                    <c:v>2018</c:v>
                  </c:pt>
                  <c:pt idx="371">
                    <c:v>2018</c:v>
                  </c:pt>
                  <c:pt idx="372">
                    <c:v>2018</c:v>
                  </c:pt>
                  <c:pt idx="373">
                    <c:v>2018</c:v>
                  </c:pt>
                  <c:pt idx="374">
                    <c:v>2018</c:v>
                  </c:pt>
                  <c:pt idx="375">
                    <c:v>2018</c:v>
                  </c:pt>
                  <c:pt idx="376">
                    <c:v>2018</c:v>
                  </c:pt>
                  <c:pt idx="377">
                    <c:v>2018</c:v>
                  </c:pt>
                  <c:pt idx="378">
                    <c:v>2018</c:v>
                  </c:pt>
                  <c:pt idx="379">
                    <c:v>2018</c:v>
                  </c:pt>
                  <c:pt idx="380">
                    <c:v>2018</c:v>
                  </c:pt>
                  <c:pt idx="381">
                    <c:v>2018</c:v>
                  </c:pt>
                  <c:pt idx="382">
                    <c:v>2018</c:v>
                  </c:pt>
                  <c:pt idx="383">
                    <c:v>2018</c:v>
                  </c:pt>
                  <c:pt idx="384">
                    <c:v>2018</c:v>
                  </c:pt>
                  <c:pt idx="385">
                    <c:v>2018</c:v>
                  </c:pt>
                  <c:pt idx="386">
                    <c:v>2018</c:v>
                  </c:pt>
                  <c:pt idx="387">
                    <c:v>2018</c:v>
                  </c:pt>
                  <c:pt idx="388">
                    <c:v>2018</c:v>
                  </c:pt>
                  <c:pt idx="389">
                    <c:v>2018</c:v>
                  </c:pt>
                  <c:pt idx="390">
                    <c:v>2018</c:v>
                  </c:pt>
                  <c:pt idx="391">
                    <c:v>2018</c:v>
                  </c:pt>
                  <c:pt idx="392">
                    <c:v>2018</c:v>
                  </c:pt>
                  <c:pt idx="393">
                    <c:v>2018</c:v>
                  </c:pt>
                  <c:pt idx="394">
                    <c:v>2018</c:v>
                  </c:pt>
                  <c:pt idx="395">
                    <c:v>2018</c:v>
                  </c:pt>
                  <c:pt idx="396">
                    <c:v>2018</c:v>
                  </c:pt>
                  <c:pt idx="397">
                    <c:v>2018</c:v>
                  </c:pt>
                  <c:pt idx="398">
                    <c:v>2018</c:v>
                  </c:pt>
                  <c:pt idx="399">
                    <c:v>2018</c:v>
                  </c:pt>
                  <c:pt idx="400">
                    <c:v>2018</c:v>
                  </c:pt>
                  <c:pt idx="401">
                    <c:v>2018</c:v>
                  </c:pt>
                  <c:pt idx="402">
                    <c:v>2018</c:v>
                  </c:pt>
                  <c:pt idx="403">
                    <c:v>2018</c:v>
                  </c:pt>
                  <c:pt idx="404">
                    <c:v>2018</c:v>
                  </c:pt>
                  <c:pt idx="405">
                    <c:v>2018</c:v>
                  </c:pt>
                  <c:pt idx="406">
                    <c:v>2018</c:v>
                  </c:pt>
                  <c:pt idx="407">
                    <c:v>2018</c:v>
                  </c:pt>
                  <c:pt idx="408">
                    <c:v>2018</c:v>
                  </c:pt>
                  <c:pt idx="409">
                    <c:v>2018</c:v>
                  </c:pt>
                  <c:pt idx="410">
                    <c:v>2018</c:v>
                  </c:pt>
                  <c:pt idx="411">
                    <c:v>2019</c:v>
                  </c:pt>
                  <c:pt idx="412">
                    <c:v>2019</c:v>
                  </c:pt>
                  <c:pt idx="413">
                    <c:v>2019</c:v>
                  </c:pt>
                  <c:pt idx="414">
                    <c:v>2019</c:v>
                  </c:pt>
                  <c:pt idx="415">
                    <c:v>2019</c:v>
                  </c:pt>
                  <c:pt idx="416">
                    <c:v>2019</c:v>
                  </c:pt>
                  <c:pt idx="417">
                    <c:v>2019</c:v>
                  </c:pt>
                  <c:pt idx="418">
                    <c:v>2019</c:v>
                  </c:pt>
                  <c:pt idx="419">
                    <c:v>2019</c:v>
                  </c:pt>
                  <c:pt idx="420">
                    <c:v>2019</c:v>
                  </c:pt>
                  <c:pt idx="421">
                    <c:v>2019</c:v>
                  </c:pt>
                  <c:pt idx="422">
                    <c:v>2019</c:v>
                  </c:pt>
                  <c:pt idx="423">
                    <c:v>2019</c:v>
                  </c:pt>
                  <c:pt idx="424">
                    <c:v>2019</c:v>
                  </c:pt>
                  <c:pt idx="425">
                    <c:v>2019</c:v>
                  </c:pt>
                  <c:pt idx="426">
                    <c:v>2019</c:v>
                  </c:pt>
                  <c:pt idx="427">
                    <c:v>2019</c:v>
                  </c:pt>
                  <c:pt idx="428">
                    <c:v>2019</c:v>
                  </c:pt>
                  <c:pt idx="429">
                    <c:v>2019</c:v>
                  </c:pt>
                  <c:pt idx="430">
                    <c:v>2019</c:v>
                  </c:pt>
                  <c:pt idx="431">
                    <c:v>2019</c:v>
                  </c:pt>
                  <c:pt idx="432">
                    <c:v>2019</c:v>
                  </c:pt>
                  <c:pt idx="433">
                    <c:v>2019</c:v>
                  </c:pt>
                  <c:pt idx="434">
                    <c:v>2019</c:v>
                  </c:pt>
                  <c:pt idx="435">
                    <c:v>2019</c:v>
                  </c:pt>
                  <c:pt idx="436">
                    <c:v>2019</c:v>
                  </c:pt>
                  <c:pt idx="437">
                    <c:v>2019</c:v>
                  </c:pt>
                  <c:pt idx="438">
                    <c:v>2019</c:v>
                  </c:pt>
                  <c:pt idx="439">
                    <c:v>2019</c:v>
                  </c:pt>
                  <c:pt idx="440">
                    <c:v>2019</c:v>
                  </c:pt>
                  <c:pt idx="441">
                    <c:v>2019</c:v>
                  </c:pt>
                  <c:pt idx="442">
                    <c:v>2019</c:v>
                  </c:pt>
                  <c:pt idx="443">
                    <c:v>2019</c:v>
                  </c:pt>
                  <c:pt idx="444">
                    <c:v>2019</c:v>
                  </c:pt>
                  <c:pt idx="445">
                    <c:v>2019</c:v>
                  </c:pt>
                  <c:pt idx="446">
                    <c:v>2019</c:v>
                  </c:pt>
                  <c:pt idx="447">
                    <c:v>2019</c:v>
                  </c:pt>
                  <c:pt idx="448">
                    <c:v>2019</c:v>
                  </c:pt>
                  <c:pt idx="449">
                    <c:v>2019</c:v>
                  </c:pt>
                  <c:pt idx="450">
                    <c:v>2019</c:v>
                  </c:pt>
                  <c:pt idx="451">
                    <c:v>2019</c:v>
                  </c:pt>
                  <c:pt idx="452">
                    <c:v>2019</c:v>
                  </c:pt>
                  <c:pt idx="453">
                    <c:v>2019</c:v>
                  </c:pt>
                  <c:pt idx="454">
                    <c:v>2019</c:v>
                  </c:pt>
                  <c:pt idx="455">
                    <c:v>2019</c:v>
                  </c:pt>
                  <c:pt idx="456">
                    <c:v>2019</c:v>
                  </c:pt>
                  <c:pt idx="457">
                    <c:v>2019</c:v>
                  </c:pt>
                  <c:pt idx="458">
                    <c:v>2019</c:v>
                  </c:pt>
                  <c:pt idx="459">
                    <c:v>2019</c:v>
                  </c:pt>
                  <c:pt idx="460">
                    <c:v>2019</c:v>
                  </c:pt>
                  <c:pt idx="461">
                    <c:v>2019</c:v>
                  </c:pt>
                  <c:pt idx="462">
                    <c:v>2019</c:v>
                  </c:pt>
                  <c:pt idx="463">
                    <c:v>2020</c:v>
                  </c:pt>
                  <c:pt idx="464">
                    <c:v>2020</c:v>
                  </c:pt>
                  <c:pt idx="465">
                    <c:v>2020</c:v>
                  </c:pt>
                  <c:pt idx="466">
                    <c:v>2020</c:v>
                  </c:pt>
                  <c:pt idx="467">
                    <c:v>2020</c:v>
                  </c:pt>
                  <c:pt idx="468">
                    <c:v>2020</c:v>
                  </c:pt>
                  <c:pt idx="469">
                    <c:v>2020</c:v>
                  </c:pt>
                  <c:pt idx="470">
                    <c:v>2020</c:v>
                  </c:pt>
                  <c:pt idx="471">
                    <c:v>2020</c:v>
                  </c:pt>
                  <c:pt idx="472">
                    <c:v>2020</c:v>
                  </c:pt>
                  <c:pt idx="473">
                    <c:v>2020</c:v>
                  </c:pt>
                  <c:pt idx="474">
                    <c:v>2020</c:v>
                  </c:pt>
                  <c:pt idx="475">
                    <c:v>2020</c:v>
                  </c:pt>
                  <c:pt idx="476">
                    <c:v>2020</c:v>
                  </c:pt>
                  <c:pt idx="477">
                    <c:v>2020</c:v>
                  </c:pt>
                  <c:pt idx="478">
                    <c:v>2020</c:v>
                  </c:pt>
                  <c:pt idx="479">
                    <c:v>2020</c:v>
                  </c:pt>
                  <c:pt idx="480">
                    <c:v>2020</c:v>
                  </c:pt>
                  <c:pt idx="481">
                    <c:v>2020</c:v>
                  </c:pt>
                  <c:pt idx="482">
                    <c:v>2020</c:v>
                  </c:pt>
                  <c:pt idx="483">
                    <c:v>2020</c:v>
                  </c:pt>
                  <c:pt idx="484">
                    <c:v>2020</c:v>
                  </c:pt>
                  <c:pt idx="485">
                    <c:v>2020</c:v>
                  </c:pt>
                  <c:pt idx="486">
                    <c:v>2020</c:v>
                  </c:pt>
                  <c:pt idx="487">
                    <c:v>2020</c:v>
                  </c:pt>
                  <c:pt idx="488">
                    <c:v>2020</c:v>
                  </c:pt>
                  <c:pt idx="489">
                    <c:v>2020</c:v>
                  </c:pt>
                  <c:pt idx="490">
                    <c:v>2020</c:v>
                  </c:pt>
                  <c:pt idx="491">
                    <c:v>2020</c:v>
                  </c:pt>
                  <c:pt idx="492">
                    <c:v>2020</c:v>
                  </c:pt>
                  <c:pt idx="493">
                    <c:v>2020</c:v>
                  </c:pt>
                  <c:pt idx="494">
                    <c:v>2020</c:v>
                  </c:pt>
                  <c:pt idx="495">
                    <c:v>2020</c:v>
                  </c:pt>
                  <c:pt idx="496">
                    <c:v>2020</c:v>
                  </c:pt>
                  <c:pt idx="497">
                    <c:v>2020</c:v>
                  </c:pt>
                  <c:pt idx="498">
                    <c:v>2020</c:v>
                  </c:pt>
                  <c:pt idx="499">
                    <c:v>2020</c:v>
                  </c:pt>
                  <c:pt idx="500">
                    <c:v>2020</c:v>
                  </c:pt>
                  <c:pt idx="501">
                    <c:v>2020</c:v>
                  </c:pt>
                  <c:pt idx="502">
                    <c:v>2020</c:v>
                  </c:pt>
                  <c:pt idx="503">
                    <c:v>2020</c:v>
                  </c:pt>
                  <c:pt idx="504">
                    <c:v>2020</c:v>
                  </c:pt>
                  <c:pt idx="505">
                    <c:v>2020</c:v>
                  </c:pt>
                  <c:pt idx="506">
                    <c:v>2020</c:v>
                  </c:pt>
                  <c:pt idx="507">
                    <c:v>2020</c:v>
                  </c:pt>
                  <c:pt idx="508">
                    <c:v>2020</c:v>
                  </c:pt>
                  <c:pt idx="509">
                    <c:v>2020</c:v>
                  </c:pt>
                  <c:pt idx="510">
                    <c:v>2020</c:v>
                  </c:pt>
                  <c:pt idx="511">
                    <c:v>2020</c:v>
                  </c:pt>
                  <c:pt idx="512">
                    <c:v>2020</c:v>
                  </c:pt>
                  <c:pt idx="513">
                    <c:v>2020</c:v>
                  </c:pt>
                  <c:pt idx="514">
                    <c:v>2020</c:v>
                  </c:pt>
                  <c:pt idx="515">
                    <c:v>2021</c:v>
                  </c:pt>
                  <c:pt idx="516">
                    <c:v>2021</c:v>
                  </c:pt>
                  <c:pt idx="517">
                    <c:v>2021</c:v>
                  </c:pt>
                  <c:pt idx="518">
                    <c:v>2021</c:v>
                  </c:pt>
                  <c:pt idx="519">
                    <c:v>2021</c:v>
                  </c:pt>
                  <c:pt idx="520">
                    <c:v>2021</c:v>
                  </c:pt>
                  <c:pt idx="521">
                    <c:v>2021</c:v>
                  </c:pt>
                  <c:pt idx="522">
                    <c:v>2021</c:v>
                  </c:pt>
                  <c:pt idx="523">
                    <c:v>2021</c:v>
                  </c:pt>
                  <c:pt idx="524">
                    <c:v>2021</c:v>
                  </c:pt>
                  <c:pt idx="525">
                    <c:v>2021</c:v>
                  </c:pt>
                  <c:pt idx="526">
                    <c:v>2021</c:v>
                  </c:pt>
                  <c:pt idx="527">
                    <c:v>2021</c:v>
                  </c:pt>
                  <c:pt idx="528">
                    <c:v>2021</c:v>
                  </c:pt>
                  <c:pt idx="529">
                    <c:v>2021</c:v>
                  </c:pt>
                  <c:pt idx="530">
                    <c:v>2021</c:v>
                  </c:pt>
                  <c:pt idx="531">
                    <c:v>2021</c:v>
                  </c:pt>
                  <c:pt idx="532">
                    <c:v>2021</c:v>
                  </c:pt>
                  <c:pt idx="533">
                    <c:v>2021</c:v>
                  </c:pt>
                  <c:pt idx="534">
                    <c:v>2021</c:v>
                  </c:pt>
                  <c:pt idx="535">
                    <c:v>2021</c:v>
                  </c:pt>
                  <c:pt idx="536">
                    <c:v>2021</c:v>
                  </c:pt>
                  <c:pt idx="537">
                    <c:v>2021</c:v>
                  </c:pt>
                  <c:pt idx="538">
                    <c:v>2021</c:v>
                  </c:pt>
                  <c:pt idx="539">
                    <c:v>2021</c:v>
                  </c:pt>
                  <c:pt idx="540">
                    <c:v>2021</c:v>
                  </c:pt>
                  <c:pt idx="541">
                    <c:v>2021</c:v>
                  </c:pt>
                  <c:pt idx="542">
                    <c:v>2021</c:v>
                  </c:pt>
                  <c:pt idx="543">
                    <c:v>2021</c:v>
                  </c:pt>
                  <c:pt idx="544">
                    <c:v>2021</c:v>
                  </c:pt>
                  <c:pt idx="545">
                    <c:v>2021</c:v>
                  </c:pt>
                  <c:pt idx="546">
                    <c:v>2021</c:v>
                  </c:pt>
                  <c:pt idx="547">
                    <c:v>2021</c:v>
                  </c:pt>
                  <c:pt idx="548">
                    <c:v>2021</c:v>
                  </c:pt>
                  <c:pt idx="549">
                    <c:v>2021</c:v>
                  </c:pt>
                  <c:pt idx="550">
                    <c:v>2021</c:v>
                  </c:pt>
                  <c:pt idx="551">
                    <c:v>2021</c:v>
                  </c:pt>
                  <c:pt idx="552">
                    <c:v>2021</c:v>
                  </c:pt>
                  <c:pt idx="553">
                    <c:v>2021</c:v>
                  </c:pt>
                  <c:pt idx="554">
                    <c:v>2021</c:v>
                  </c:pt>
                  <c:pt idx="555">
                    <c:v>2021</c:v>
                  </c:pt>
                  <c:pt idx="556">
                    <c:v>2021</c:v>
                  </c:pt>
                  <c:pt idx="557">
                    <c:v>2021</c:v>
                  </c:pt>
                  <c:pt idx="558">
                    <c:v>2021</c:v>
                  </c:pt>
                  <c:pt idx="559">
                    <c:v>2021</c:v>
                  </c:pt>
                  <c:pt idx="560">
                    <c:v>2021</c:v>
                  </c:pt>
                  <c:pt idx="561">
                    <c:v>2021</c:v>
                  </c:pt>
                  <c:pt idx="562">
                    <c:v>2021</c:v>
                  </c:pt>
                  <c:pt idx="563">
                    <c:v>2021</c:v>
                  </c:pt>
                  <c:pt idx="564">
                    <c:v>2021</c:v>
                  </c:pt>
                  <c:pt idx="565">
                    <c:v>2021</c:v>
                  </c:pt>
                  <c:pt idx="566">
                    <c:v>2021</c:v>
                  </c:pt>
                  <c:pt idx="567">
                    <c:v>2022</c:v>
                  </c:pt>
                  <c:pt idx="568">
                    <c:v>2022</c:v>
                  </c:pt>
                  <c:pt idx="569">
                    <c:v>2022</c:v>
                  </c:pt>
                  <c:pt idx="570">
                    <c:v>2022</c:v>
                  </c:pt>
                  <c:pt idx="571">
                    <c:v>2022</c:v>
                  </c:pt>
                  <c:pt idx="572">
                    <c:v>2022</c:v>
                  </c:pt>
                  <c:pt idx="573">
                    <c:v>2022</c:v>
                  </c:pt>
                  <c:pt idx="574">
                    <c:v>2022</c:v>
                  </c:pt>
                  <c:pt idx="575">
                    <c:v>2022</c:v>
                  </c:pt>
                  <c:pt idx="576">
                    <c:v>2022</c:v>
                  </c:pt>
                  <c:pt idx="577">
                    <c:v>2022</c:v>
                  </c:pt>
                  <c:pt idx="578">
                    <c:v>2022</c:v>
                  </c:pt>
                  <c:pt idx="579">
                    <c:v>2022</c:v>
                  </c:pt>
                  <c:pt idx="580">
                    <c:v>2022</c:v>
                  </c:pt>
                  <c:pt idx="581">
                    <c:v>2022</c:v>
                  </c:pt>
                  <c:pt idx="582">
                    <c:v>2022</c:v>
                  </c:pt>
                  <c:pt idx="583">
                    <c:v>2022</c:v>
                  </c:pt>
                  <c:pt idx="584">
                    <c:v>2022</c:v>
                  </c:pt>
                  <c:pt idx="585">
                    <c:v>2022</c:v>
                  </c:pt>
                  <c:pt idx="586">
                    <c:v>2022</c:v>
                  </c:pt>
                  <c:pt idx="587">
                    <c:v>2022</c:v>
                  </c:pt>
                  <c:pt idx="588">
                    <c:v>2022</c:v>
                  </c:pt>
                  <c:pt idx="589">
                    <c:v>2022</c:v>
                  </c:pt>
                  <c:pt idx="590">
                    <c:v>2022</c:v>
                  </c:pt>
                  <c:pt idx="591">
                    <c:v>2022</c:v>
                  </c:pt>
                  <c:pt idx="592">
                    <c:v>2022</c:v>
                  </c:pt>
                  <c:pt idx="593">
                    <c:v>2022</c:v>
                  </c:pt>
                  <c:pt idx="594">
                    <c:v>2022</c:v>
                  </c:pt>
                  <c:pt idx="595">
                    <c:v>2022</c:v>
                  </c:pt>
                  <c:pt idx="596">
                    <c:v>2022</c:v>
                  </c:pt>
                  <c:pt idx="597">
                    <c:v>2022</c:v>
                  </c:pt>
                  <c:pt idx="598">
                    <c:v>2022</c:v>
                  </c:pt>
                  <c:pt idx="599">
                    <c:v>2022</c:v>
                  </c:pt>
                  <c:pt idx="600">
                    <c:v>2022</c:v>
                  </c:pt>
                  <c:pt idx="601">
                    <c:v>2022</c:v>
                  </c:pt>
                  <c:pt idx="602">
                    <c:v>2022</c:v>
                  </c:pt>
                  <c:pt idx="603">
                    <c:v>2022</c:v>
                  </c:pt>
                  <c:pt idx="604">
                    <c:v>2022</c:v>
                  </c:pt>
                  <c:pt idx="605">
                    <c:v>2022</c:v>
                  </c:pt>
                  <c:pt idx="606">
                    <c:v>2022</c:v>
                  </c:pt>
                  <c:pt idx="607">
                    <c:v>2022</c:v>
                  </c:pt>
                  <c:pt idx="608">
                    <c:v>2022</c:v>
                  </c:pt>
                  <c:pt idx="609">
                    <c:v>2022</c:v>
                  </c:pt>
                  <c:pt idx="610">
                    <c:v>2022</c:v>
                  </c:pt>
                  <c:pt idx="611">
                    <c:v>2022</c:v>
                  </c:pt>
                  <c:pt idx="612">
                    <c:v>2022</c:v>
                  </c:pt>
                  <c:pt idx="613">
                    <c:v>2022</c:v>
                  </c:pt>
                  <c:pt idx="614">
                    <c:v>2022</c:v>
                  </c:pt>
                  <c:pt idx="615">
                    <c:v>2022</c:v>
                  </c:pt>
                  <c:pt idx="616">
                    <c:v>2022</c:v>
                  </c:pt>
                  <c:pt idx="617">
                    <c:v>2022</c:v>
                  </c:pt>
                  <c:pt idx="618">
                    <c:v>2022</c:v>
                  </c:pt>
                  <c:pt idx="619">
                    <c:v>2023</c:v>
                  </c:pt>
                  <c:pt idx="620">
                    <c:v>2023</c:v>
                  </c:pt>
                  <c:pt idx="621">
                    <c:v>2023</c:v>
                  </c:pt>
                  <c:pt idx="622">
                    <c:v>2023</c:v>
                  </c:pt>
                  <c:pt idx="623">
                    <c:v>2023</c:v>
                  </c:pt>
                  <c:pt idx="624">
                    <c:v>2023</c:v>
                  </c:pt>
                  <c:pt idx="625">
                    <c:v>2023</c:v>
                  </c:pt>
                  <c:pt idx="626">
                    <c:v>2023</c:v>
                  </c:pt>
                  <c:pt idx="627">
                    <c:v>2023</c:v>
                  </c:pt>
                  <c:pt idx="628">
                    <c:v>2023</c:v>
                  </c:pt>
                  <c:pt idx="629">
                    <c:v>2023</c:v>
                  </c:pt>
                  <c:pt idx="630">
                    <c:v>2023</c:v>
                  </c:pt>
                  <c:pt idx="631">
                    <c:v>2023</c:v>
                  </c:pt>
                  <c:pt idx="632">
                    <c:v>2023</c:v>
                  </c:pt>
                  <c:pt idx="633">
                    <c:v>2023</c:v>
                  </c:pt>
                  <c:pt idx="634">
                    <c:v>2023</c:v>
                  </c:pt>
                  <c:pt idx="635">
                    <c:v>2023</c:v>
                  </c:pt>
                  <c:pt idx="636">
                    <c:v>2023</c:v>
                  </c:pt>
                  <c:pt idx="637">
                    <c:v>2023</c:v>
                  </c:pt>
                  <c:pt idx="638">
                    <c:v>2023</c:v>
                  </c:pt>
                  <c:pt idx="639">
                    <c:v>2023</c:v>
                  </c:pt>
                  <c:pt idx="640">
                    <c:v>2023</c:v>
                  </c:pt>
                  <c:pt idx="641">
                    <c:v>2023</c:v>
                  </c:pt>
                  <c:pt idx="642">
                    <c:v>2023</c:v>
                  </c:pt>
                  <c:pt idx="643">
                    <c:v>2023</c:v>
                  </c:pt>
                  <c:pt idx="644">
                    <c:v>2023</c:v>
                  </c:pt>
                  <c:pt idx="645">
                    <c:v>2023</c:v>
                  </c:pt>
                  <c:pt idx="646">
                    <c:v>2023</c:v>
                  </c:pt>
                  <c:pt idx="647">
                    <c:v>2023</c:v>
                  </c:pt>
                  <c:pt idx="648">
                    <c:v>2023</c:v>
                  </c:pt>
                  <c:pt idx="649">
                    <c:v>2023</c:v>
                  </c:pt>
                  <c:pt idx="650">
                    <c:v>2023</c:v>
                  </c:pt>
                  <c:pt idx="651">
                    <c:v>2023</c:v>
                  </c:pt>
                  <c:pt idx="652">
                    <c:v>2023</c:v>
                  </c:pt>
                  <c:pt idx="653">
                    <c:v>2023</c:v>
                  </c:pt>
                  <c:pt idx="654">
                    <c:v>2023</c:v>
                  </c:pt>
                  <c:pt idx="655">
                    <c:v>2023</c:v>
                  </c:pt>
                  <c:pt idx="656">
                    <c:v>2023</c:v>
                  </c:pt>
                  <c:pt idx="657">
                    <c:v>2023</c:v>
                  </c:pt>
                  <c:pt idx="658">
                    <c:v>2023</c:v>
                  </c:pt>
                  <c:pt idx="659">
                    <c:v>2023</c:v>
                  </c:pt>
                  <c:pt idx="660">
                    <c:v>2023</c:v>
                  </c:pt>
                  <c:pt idx="661">
                    <c:v>2023</c:v>
                  </c:pt>
                  <c:pt idx="662">
                    <c:v>2023</c:v>
                  </c:pt>
                  <c:pt idx="663">
                    <c:v>2023</c:v>
                  </c:pt>
                  <c:pt idx="664">
                    <c:v>2023</c:v>
                  </c:pt>
                  <c:pt idx="665">
                    <c:v>2023</c:v>
                  </c:pt>
                  <c:pt idx="666">
                    <c:v>2023</c:v>
                  </c:pt>
                  <c:pt idx="667">
                    <c:v>2023</c:v>
                  </c:pt>
                  <c:pt idx="668">
                    <c:v>2023</c:v>
                  </c:pt>
                  <c:pt idx="669">
                    <c:v>2023</c:v>
                  </c:pt>
                  <c:pt idx="670">
                    <c:v>2023</c:v>
                  </c:pt>
                  <c:pt idx="671">
                    <c:v>2024</c:v>
                  </c:pt>
                  <c:pt idx="672">
                    <c:v>2024</c:v>
                  </c:pt>
                  <c:pt idx="673">
                    <c:v>2024</c:v>
                  </c:pt>
                  <c:pt idx="674">
                    <c:v>2024</c:v>
                  </c:pt>
                  <c:pt idx="675">
                    <c:v>2024</c:v>
                  </c:pt>
                  <c:pt idx="676">
                    <c:v>2024</c:v>
                  </c:pt>
                  <c:pt idx="677">
                    <c:v>2024</c:v>
                  </c:pt>
                  <c:pt idx="678">
                    <c:v>2024</c:v>
                  </c:pt>
                  <c:pt idx="679">
                    <c:v>2024</c:v>
                  </c:pt>
                  <c:pt idx="680">
                    <c:v>2024</c:v>
                  </c:pt>
                  <c:pt idx="681">
                    <c:v>2024</c:v>
                  </c:pt>
                  <c:pt idx="682">
                    <c:v>2024</c:v>
                  </c:pt>
                  <c:pt idx="683">
                    <c:v>2024</c:v>
                  </c:pt>
                  <c:pt idx="684">
                    <c:v>2024</c:v>
                  </c:pt>
                  <c:pt idx="685">
                    <c:v>2024</c:v>
                  </c:pt>
                  <c:pt idx="686">
                    <c:v>2024</c:v>
                  </c:pt>
                  <c:pt idx="687">
                    <c:v>2024</c:v>
                  </c:pt>
                  <c:pt idx="688">
                    <c:v>2024</c:v>
                  </c:pt>
                  <c:pt idx="689">
                    <c:v>2024</c:v>
                  </c:pt>
                  <c:pt idx="690">
                    <c:v>2024</c:v>
                  </c:pt>
                  <c:pt idx="691">
                    <c:v>2024</c:v>
                  </c:pt>
                  <c:pt idx="692">
                    <c:v>2024</c:v>
                  </c:pt>
                  <c:pt idx="693">
                    <c:v>2024</c:v>
                  </c:pt>
                  <c:pt idx="694">
                    <c:v>2024</c:v>
                  </c:pt>
                  <c:pt idx="695">
                    <c:v>2024</c:v>
                  </c:pt>
                  <c:pt idx="696">
                    <c:v>2024</c:v>
                  </c:pt>
                  <c:pt idx="697">
                    <c:v>2024</c:v>
                  </c:pt>
                  <c:pt idx="698">
                    <c:v>2024</c:v>
                  </c:pt>
                  <c:pt idx="699">
                    <c:v>2024</c:v>
                  </c:pt>
                  <c:pt idx="700">
                    <c:v>2024</c:v>
                  </c:pt>
                  <c:pt idx="701">
                    <c:v>2024</c:v>
                  </c:pt>
                  <c:pt idx="702">
                    <c:v>2024</c:v>
                  </c:pt>
                  <c:pt idx="703">
                    <c:v>2024</c:v>
                  </c:pt>
                  <c:pt idx="704">
                    <c:v>2024</c:v>
                  </c:pt>
                  <c:pt idx="705">
                    <c:v>2024</c:v>
                  </c:pt>
                  <c:pt idx="706">
                    <c:v>2024</c:v>
                  </c:pt>
                  <c:pt idx="707">
                    <c:v>2024</c:v>
                  </c:pt>
                  <c:pt idx="708">
                    <c:v>2024</c:v>
                  </c:pt>
                  <c:pt idx="709">
                    <c:v>2024</c:v>
                  </c:pt>
                  <c:pt idx="710">
                    <c:v>2024</c:v>
                  </c:pt>
                  <c:pt idx="711">
                    <c:v>2024</c:v>
                  </c:pt>
                  <c:pt idx="712">
                    <c:v>2024</c:v>
                  </c:pt>
                  <c:pt idx="713">
                    <c:v>2024</c:v>
                  </c:pt>
                  <c:pt idx="714">
                    <c:v>2024</c:v>
                  </c:pt>
                  <c:pt idx="715">
                    <c:v>2024</c:v>
                  </c:pt>
                  <c:pt idx="716">
                    <c:v>2024</c:v>
                  </c:pt>
                  <c:pt idx="717">
                    <c:v>2024</c:v>
                  </c:pt>
                  <c:pt idx="718">
                    <c:v>2024</c:v>
                  </c:pt>
                  <c:pt idx="719">
                    <c:v>2024</c:v>
                  </c:pt>
                  <c:pt idx="720">
                    <c:v>2024</c:v>
                  </c:pt>
                  <c:pt idx="721">
                    <c:v>2024</c:v>
                  </c:pt>
                  <c:pt idx="722">
                    <c:v>2024</c:v>
                  </c:pt>
                  <c:pt idx="723">
                    <c:v>2024</c:v>
                  </c:pt>
                  <c:pt idx="724">
                    <c:v>2025</c:v>
                  </c:pt>
                  <c:pt idx="725">
                    <c:v>2025</c:v>
                  </c:pt>
                  <c:pt idx="726">
                    <c:v>2025</c:v>
                  </c:pt>
                  <c:pt idx="727">
                    <c:v>2025</c:v>
                  </c:pt>
                  <c:pt idx="728">
                    <c:v>2025</c:v>
                  </c:pt>
                  <c:pt idx="729">
                    <c:v>2025</c:v>
                  </c:pt>
                  <c:pt idx="730">
                    <c:v>2025</c:v>
                  </c:pt>
                  <c:pt idx="731">
                    <c:v>2025</c:v>
                  </c:pt>
                  <c:pt idx="732">
                    <c:v>2025</c:v>
                  </c:pt>
                  <c:pt idx="733">
                    <c:v>2025</c:v>
                  </c:pt>
                  <c:pt idx="734">
                    <c:v>2025</c:v>
                  </c:pt>
                  <c:pt idx="735">
                    <c:v>2025</c:v>
                  </c:pt>
                  <c:pt idx="736">
                    <c:v>2025</c:v>
                  </c:pt>
                  <c:pt idx="737">
                    <c:v>2025</c:v>
                  </c:pt>
                  <c:pt idx="738">
                    <c:v>2025</c:v>
                  </c:pt>
                  <c:pt idx="739">
                    <c:v>2025</c:v>
                  </c:pt>
                  <c:pt idx="740">
                    <c:v>2025</c:v>
                  </c:pt>
                  <c:pt idx="741">
                    <c:v>2025</c:v>
                  </c:pt>
                  <c:pt idx="742">
                    <c:v>2025</c:v>
                  </c:pt>
                  <c:pt idx="743">
                    <c:v>2025</c:v>
                  </c:pt>
                  <c:pt idx="744">
                    <c:v>2025</c:v>
                  </c:pt>
                  <c:pt idx="745">
                    <c:v>2025</c:v>
                  </c:pt>
                  <c:pt idx="746">
                    <c:v>2025</c:v>
                  </c:pt>
                  <c:pt idx="747">
                    <c:v>2025</c:v>
                  </c:pt>
                  <c:pt idx="748">
                    <c:v>2025</c:v>
                  </c:pt>
                  <c:pt idx="749">
                    <c:v>2025</c:v>
                  </c:pt>
                  <c:pt idx="750">
                    <c:v>2025</c:v>
                  </c:pt>
                  <c:pt idx="751">
                    <c:v>2025</c:v>
                  </c:pt>
                  <c:pt idx="752">
                    <c:v>2025</c:v>
                  </c:pt>
                  <c:pt idx="753">
                    <c:v>2025</c:v>
                  </c:pt>
                  <c:pt idx="754">
                    <c:v>2025</c:v>
                  </c:pt>
                  <c:pt idx="755">
                    <c:v>2025</c:v>
                  </c:pt>
                  <c:pt idx="756">
                    <c:v>2025</c:v>
                  </c:pt>
                  <c:pt idx="757">
                    <c:v>2025</c:v>
                  </c:pt>
                  <c:pt idx="758">
                    <c:v>2025</c:v>
                  </c:pt>
                  <c:pt idx="759">
                    <c:v>2025</c:v>
                  </c:pt>
                  <c:pt idx="760">
                    <c:v>2025</c:v>
                  </c:pt>
                  <c:pt idx="761">
                    <c:v>2025</c:v>
                  </c:pt>
                  <c:pt idx="762">
                    <c:v>2025</c:v>
                  </c:pt>
                  <c:pt idx="763">
                    <c:v>2025</c:v>
                  </c:pt>
                  <c:pt idx="764">
                    <c:v>2025</c:v>
                  </c:pt>
                  <c:pt idx="765">
                    <c:v>2025</c:v>
                  </c:pt>
                  <c:pt idx="766">
                    <c:v>2025</c:v>
                  </c:pt>
                  <c:pt idx="767">
                    <c:v>2025</c:v>
                  </c:pt>
                  <c:pt idx="768">
                    <c:v>2025</c:v>
                  </c:pt>
                  <c:pt idx="769">
                    <c:v>2025</c:v>
                  </c:pt>
                  <c:pt idx="770">
                    <c:v>2025</c:v>
                  </c:pt>
                  <c:pt idx="771">
                    <c:v>2025</c:v>
                  </c:pt>
                  <c:pt idx="772">
                    <c:v>2025</c:v>
                  </c:pt>
                  <c:pt idx="773">
                    <c:v>2025</c:v>
                  </c:pt>
                  <c:pt idx="774">
                    <c:v>2025</c:v>
                  </c:pt>
                  <c:pt idx="775">
                    <c:v>2025</c:v>
                  </c:pt>
                  <c:pt idx="776">
                    <c:v>2026</c:v>
                  </c:pt>
                  <c:pt idx="777">
                    <c:v>2026</c:v>
                  </c:pt>
                  <c:pt idx="778">
                    <c:v>2026</c:v>
                  </c:pt>
                  <c:pt idx="779">
                    <c:v>2026</c:v>
                  </c:pt>
                  <c:pt idx="780">
                    <c:v>2026</c:v>
                  </c:pt>
                  <c:pt idx="781">
                    <c:v>2026</c:v>
                  </c:pt>
                  <c:pt idx="782">
                    <c:v>2026</c:v>
                  </c:pt>
                  <c:pt idx="783">
                    <c:v>2026</c:v>
                  </c:pt>
                  <c:pt idx="784">
                    <c:v>2026</c:v>
                  </c:pt>
                  <c:pt idx="785">
                    <c:v>2026</c:v>
                  </c:pt>
                  <c:pt idx="786">
                    <c:v>2026</c:v>
                  </c:pt>
                  <c:pt idx="787">
                    <c:v>2026</c:v>
                  </c:pt>
                  <c:pt idx="788">
                    <c:v>2026</c:v>
                  </c:pt>
                  <c:pt idx="789">
                    <c:v>2026</c:v>
                  </c:pt>
                  <c:pt idx="790">
                    <c:v>2026</c:v>
                  </c:pt>
                  <c:pt idx="791">
                    <c:v>2026</c:v>
                  </c:pt>
                  <c:pt idx="792">
                    <c:v>2026</c:v>
                  </c:pt>
                  <c:pt idx="793">
                    <c:v>2026</c:v>
                  </c:pt>
                  <c:pt idx="794">
                    <c:v>2026</c:v>
                  </c:pt>
                  <c:pt idx="795">
                    <c:v>2026</c:v>
                  </c:pt>
                  <c:pt idx="796">
                    <c:v>2026</c:v>
                  </c:pt>
                  <c:pt idx="797">
                    <c:v>2026</c:v>
                  </c:pt>
                  <c:pt idx="798">
                    <c:v>2026</c:v>
                  </c:pt>
                  <c:pt idx="799">
                    <c:v>2026</c:v>
                  </c:pt>
                  <c:pt idx="800">
                    <c:v>2026</c:v>
                  </c:pt>
                  <c:pt idx="801">
                    <c:v>2026</c:v>
                  </c:pt>
                  <c:pt idx="802">
                    <c:v>2026</c:v>
                  </c:pt>
                  <c:pt idx="803">
                    <c:v>2026</c:v>
                  </c:pt>
                  <c:pt idx="804">
                    <c:v>2026</c:v>
                  </c:pt>
                  <c:pt idx="805">
                    <c:v>2026</c:v>
                  </c:pt>
                  <c:pt idx="806">
                    <c:v>2026</c:v>
                  </c:pt>
                  <c:pt idx="807">
                    <c:v>2026</c:v>
                  </c:pt>
                  <c:pt idx="808">
                    <c:v>2026</c:v>
                  </c:pt>
                </c:lvl>
              </c:multiLvlStrCache>
            </c:multiLvlStrRef>
          </c:cat>
          <c:val>
            <c:numRef>
              <c:f>Sheet1!$D$2:$D$810</c:f>
              <c:numCache>
                <c:formatCode>General</c:formatCode>
                <c:ptCount val="809"/>
                <c:pt idx="0">
                  <c:v>0.1614</c:v>
                </c:pt>
                <c:pt idx="1">
                  <c:v>0.2151</c:v>
                </c:pt>
                <c:pt idx="2">
                  <c:v>0.1339</c:v>
                </c:pt>
                <c:pt idx="3">
                  <c:v>0.1712</c:v>
                </c:pt>
                <c:pt idx="4">
                  <c:v>0.1843</c:v>
                </c:pt>
                <c:pt idx="5">
                  <c:v>0.2763</c:v>
                </c:pt>
                <c:pt idx="6">
                  <c:v>0.1579</c:v>
                </c:pt>
                <c:pt idx="7">
                  <c:v>0.2106</c:v>
                </c:pt>
                <c:pt idx="8">
                  <c:v>0.2209</c:v>
                </c:pt>
                <c:pt idx="9">
                  <c:v>0.2098</c:v>
                </c:pt>
                <c:pt idx="10">
                  <c:v>0.1574</c:v>
                </c:pt>
                <c:pt idx="11">
                  <c:v>0.2027</c:v>
                </c:pt>
                <c:pt idx="12">
                  <c:v>0.3038</c:v>
                </c:pt>
                <c:pt idx="13">
                  <c:v>0.2499</c:v>
                </c:pt>
                <c:pt idx="14">
                  <c:v>0.1495</c:v>
                </c:pt>
                <c:pt idx="15">
                  <c:v>0.1294</c:v>
                </c:pt>
                <c:pt idx="16">
                  <c:v>0.1685</c:v>
                </c:pt>
                <c:pt idx="17">
                  <c:v>0.1913</c:v>
                </c:pt>
                <c:pt idx="18">
                  <c:v>0.154</c:v>
                </c:pt>
                <c:pt idx="19">
                  <c:v>0.2046</c:v>
                </c:pt>
                <c:pt idx="20">
                  <c:v>0.1933</c:v>
                </c:pt>
                <c:pt idx="21">
                  <c:v>0.145</c:v>
                </c:pt>
                <c:pt idx="22">
                  <c:v>0.1816</c:v>
                </c:pt>
                <c:pt idx="23">
                  <c:v>0.1736</c:v>
                </c:pt>
                <c:pt idx="24">
                  <c:v>0.1845</c:v>
                </c:pt>
                <c:pt idx="25">
                  <c:v>0.2232</c:v>
                </c:pt>
                <c:pt idx="26">
                  <c:v>0.2535</c:v>
                </c:pt>
                <c:pt idx="27">
                  <c:v>0.2555</c:v>
                </c:pt>
                <c:pt idx="28">
                  <c:v>0.2755</c:v>
                </c:pt>
                <c:pt idx="29">
                  <c:v>0.2164</c:v>
                </c:pt>
                <c:pt idx="30">
                  <c:v>0.1737</c:v>
                </c:pt>
                <c:pt idx="31">
                  <c:v>0.1544</c:v>
                </c:pt>
                <c:pt idx="32">
                  <c:v>0.1517</c:v>
                </c:pt>
                <c:pt idx="33">
                  <c:v>0.16</c:v>
                </c:pt>
                <c:pt idx="34">
                  <c:v>0.1621</c:v>
                </c:pt>
                <c:pt idx="35">
                  <c:v>0.1777</c:v>
                </c:pt>
                <c:pt idx="36">
                  <c:v>0.2086</c:v>
                </c:pt>
                <c:pt idx="37">
                  <c:v>0.1701</c:v>
                </c:pt>
                <c:pt idx="38">
                  <c:v>0.205</c:v>
                </c:pt>
                <c:pt idx="39">
                  <c:v>0.214</c:v>
                </c:pt>
                <c:pt idx="40">
                  <c:v>0.1726</c:v>
                </c:pt>
                <c:pt idx="41">
                  <c:v>0.1861</c:v>
                </c:pt>
                <c:pt idx="42">
                  <c:v>0.2025</c:v>
                </c:pt>
                <c:pt idx="43">
                  <c:v>0.1425</c:v>
                </c:pt>
                <c:pt idx="44">
                  <c:v>0.1977</c:v>
                </c:pt>
                <c:pt idx="45">
                  <c:v>0.1781</c:v>
                </c:pt>
                <c:pt idx="46">
                  <c:v>0.1716</c:v>
                </c:pt>
                <c:pt idx="47">
                  <c:v>0.219</c:v>
                </c:pt>
                <c:pt idx="48">
                  <c:v>0.2441</c:v>
                </c:pt>
                <c:pt idx="49">
                  <c:v>0.3057</c:v>
                </c:pt>
                <c:pt idx="50">
                  <c:v>0.1817</c:v>
                </c:pt>
                <c:pt idx="51">
                  <c:v>0.1496</c:v>
                </c:pt>
                <c:pt idx="52">
                  <c:v>0.2932</c:v>
                </c:pt>
                <c:pt idx="53">
                  <c:v>0.174</c:v>
                </c:pt>
                <c:pt idx="54">
                  <c:v>0.2387</c:v>
                </c:pt>
                <c:pt idx="55">
                  <c:v>0.1967</c:v>
                </c:pt>
                <c:pt idx="56">
                  <c:v>0.2715</c:v>
                </c:pt>
                <c:pt idx="57">
                  <c:v>0.1285</c:v>
                </c:pt>
                <c:pt idx="58">
                  <c:v>0.2026</c:v>
                </c:pt>
                <c:pt idx="59">
                  <c:v>0.1713</c:v>
                </c:pt>
                <c:pt idx="60">
                  <c:v>0.1815</c:v>
                </c:pt>
                <c:pt idx="61">
                  <c:v>0.2126</c:v>
                </c:pt>
                <c:pt idx="62">
                  <c:v>0.2474</c:v>
                </c:pt>
                <c:pt idx="63">
                  <c:v>0.1666</c:v>
                </c:pt>
                <c:pt idx="64">
                  <c:v>0.1559</c:v>
                </c:pt>
                <c:pt idx="65">
                  <c:v>0.1959</c:v>
                </c:pt>
                <c:pt idx="66">
                  <c:v>0.2269</c:v>
                </c:pt>
                <c:pt idx="67">
                  <c:v>0.1296</c:v>
                </c:pt>
                <c:pt idx="68">
                  <c:v>0.2027</c:v>
                </c:pt>
                <c:pt idx="69">
                  <c:v>0.2143</c:v>
                </c:pt>
                <c:pt idx="70">
                  <c:v>0.1684</c:v>
                </c:pt>
                <c:pt idx="71">
                  <c:v>0.1968</c:v>
                </c:pt>
                <c:pt idx="72">
                  <c:v>0.2136</c:v>
                </c:pt>
                <c:pt idx="73">
                  <c:v>0.1671</c:v>
                </c:pt>
                <c:pt idx="74">
                  <c:v>0.2126</c:v>
                </c:pt>
                <c:pt idx="75">
                  <c:v>0.2737</c:v>
                </c:pt>
                <c:pt idx="76">
                  <c:v>0.1558</c:v>
                </c:pt>
                <c:pt idx="77">
                  <c:v>0.2605</c:v>
                </c:pt>
                <c:pt idx="78">
                  <c:v>0.2361</c:v>
                </c:pt>
                <c:pt idx="79">
                  <c:v>0.2223</c:v>
                </c:pt>
                <c:pt idx="80">
                  <c:v>0.2555</c:v>
                </c:pt>
                <c:pt idx="81">
                  <c:v>0.14</c:v>
                </c:pt>
                <c:pt idx="82">
                  <c:v>0.1572</c:v>
                </c:pt>
                <c:pt idx="83">
                  <c:v>0.1479</c:v>
                </c:pt>
                <c:pt idx="84">
                  <c:v>0.1233</c:v>
                </c:pt>
                <c:pt idx="85">
                  <c:v>0.1915</c:v>
                </c:pt>
                <c:pt idx="86">
                  <c:v>0.1831</c:v>
                </c:pt>
                <c:pt idx="87">
                  <c:v>0.2064</c:v>
                </c:pt>
                <c:pt idx="88">
                  <c:v>0.1665</c:v>
                </c:pt>
                <c:pt idx="89">
                  <c:v>0.1853</c:v>
                </c:pt>
                <c:pt idx="90">
                  <c:v>0.1681</c:v>
                </c:pt>
                <c:pt idx="91">
                  <c:v>0.1442</c:v>
                </c:pt>
                <c:pt idx="92">
                  <c:v>0.1266</c:v>
                </c:pt>
                <c:pt idx="93">
                  <c:v>0.1146</c:v>
                </c:pt>
                <c:pt idx="94">
                  <c:v>0.105</c:v>
                </c:pt>
                <c:pt idx="95">
                  <c:v>0.1464</c:v>
                </c:pt>
                <c:pt idx="96">
                  <c:v>0.113</c:v>
                </c:pt>
                <c:pt idx="97">
                  <c:v>0.1747</c:v>
                </c:pt>
                <c:pt idx="98">
                  <c:v>0.1778</c:v>
                </c:pt>
                <c:pt idx="99">
                  <c:v>0.207</c:v>
                </c:pt>
                <c:pt idx="100">
                  <c:v>0.2328</c:v>
                </c:pt>
                <c:pt idx="101">
                  <c:v>0.1827</c:v>
                </c:pt>
                <c:pt idx="102">
                  <c:v>0.1589</c:v>
                </c:pt>
                <c:pt idx="103">
                  <c:v>0.1903</c:v>
                </c:pt>
                <c:pt idx="104">
                  <c:v>0.1873</c:v>
                </c:pt>
                <c:pt idx="105">
                  <c:v>0.1399</c:v>
                </c:pt>
                <c:pt idx="106">
                  <c:v>0.1886</c:v>
                </c:pt>
                <c:pt idx="107">
                  <c:v>0.1832</c:v>
                </c:pt>
                <c:pt idx="108">
                  <c:v>0.1691</c:v>
                </c:pt>
                <c:pt idx="109">
                  <c:v>0.2665</c:v>
                </c:pt>
                <c:pt idx="110">
                  <c:v>0.2233</c:v>
                </c:pt>
                <c:pt idx="111">
                  <c:v>0.2008</c:v>
                </c:pt>
                <c:pt idx="112">
                  <c:v>0.1871</c:v>
                </c:pt>
                <c:pt idx="113">
                  <c:v>0.1267</c:v>
                </c:pt>
                <c:pt idx="114">
                  <c:v>0.1249</c:v>
                </c:pt>
                <c:pt idx="115">
                  <c:v>0.1829</c:v>
                </c:pt>
                <c:pt idx="116">
                  <c:v>0.1513</c:v>
                </c:pt>
                <c:pt idx="117">
                  <c:v>0.1932</c:v>
                </c:pt>
                <c:pt idx="118">
                  <c:v>0.1245</c:v>
                </c:pt>
                <c:pt idx="119">
                  <c:v>0.1892</c:v>
                </c:pt>
                <c:pt idx="120">
                  <c:v>0.2933</c:v>
                </c:pt>
                <c:pt idx="121">
                  <c:v>0.1704</c:v>
                </c:pt>
                <c:pt idx="122">
                  <c:v>0.1348</c:v>
                </c:pt>
                <c:pt idx="123">
                  <c:v>0.1975</c:v>
                </c:pt>
                <c:pt idx="124">
                  <c:v>0.1843</c:v>
                </c:pt>
                <c:pt idx="125">
                  <c:v>0.2095</c:v>
                </c:pt>
                <c:pt idx="126">
                  <c:v>0.2299</c:v>
                </c:pt>
                <c:pt idx="127">
                  <c:v>0.1777</c:v>
                </c:pt>
                <c:pt idx="128">
                  <c:v>0.2583</c:v>
                </c:pt>
                <c:pt idx="129">
                  <c:v>0.218</c:v>
                </c:pt>
                <c:pt idx="130">
                  <c:v>0.2387</c:v>
                </c:pt>
                <c:pt idx="131">
                  <c:v>0.1421</c:v>
                </c:pt>
                <c:pt idx="132">
                  <c:v>0.1637</c:v>
                </c:pt>
                <c:pt idx="133">
                  <c:v>0.146</c:v>
                </c:pt>
                <c:pt idx="134">
                  <c:v>0.1401</c:v>
                </c:pt>
                <c:pt idx="135">
                  <c:v>0.1404</c:v>
                </c:pt>
                <c:pt idx="136">
                  <c:v>0.1871</c:v>
                </c:pt>
                <c:pt idx="137">
                  <c:v>0.256</c:v>
                </c:pt>
                <c:pt idx="138">
                  <c:v>0.3392</c:v>
                </c:pt>
                <c:pt idx="139">
                  <c:v>0.4382</c:v>
                </c:pt>
                <c:pt idx="140">
                  <c:v>0.357</c:v>
                </c:pt>
                <c:pt idx="141">
                  <c:v>0.2907</c:v>
                </c:pt>
                <c:pt idx="142">
                  <c:v>0.2324</c:v>
                </c:pt>
                <c:pt idx="143">
                  <c:v>0.2167</c:v>
                </c:pt>
                <c:pt idx="144">
                  <c:v>0.1778</c:v>
                </c:pt>
                <c:pt idx="145">
                  <c:v>0.1842</c:v>
                </c:pt>
                <c:pt idx="146">
                  <c:v>0.1756</c:v>
                </c:pt>
                <c:pt idx="147">
                  <c:v>0.1201</c:v>
                </c:pt>
                <c:pt idx="148">
                  <c:v>0.1583</c:v>
                </c:pt>
                <c:pt idx="149">
                  <c:v>0.1752</c:v>
                </c:pt>
                <c:pt idx="150">
                  <c:v>0.1826</c:v>
                </c:pt>
                <c:pt idx="151">
                  <c:v>0.1845</c:v>
                </c:pt>
                <c:pt idx="152">
                  <c:v>0.1367</c:v>
                </c:pt>
                <c:pt idx="153">
                  <c:v>0.1883</c:v>
                </c:pt>
                <c:pt idx="154">
                  <c:v>0.1976</c:v>
                </c:pt>
                <c:pt idx="155">
                  <c:v>0.1256</c:v>
                </c:pt>
                <c:pt idx="156">
                  <c:v>0.1645</c:v>
                </c:pt>
                <c:pt idx="157">
                  <c:v>0.1861</c:v>
                </c:pt>
                <c:pt idx="158">
                  <c:v>0.179</c:v>
                </c:pt>
                <c:pt idx="159">
                  <c:v>0.1272</c:v>
                </c:pt>
                <c:pt idx="160">
                  <c:v>0.2058</c:v>
                </c:pt>
                <c:pt idx="161">
                  <c:v>0.1951</c:v>
                </c:pt>
                <c:pt idx="162">
                  <c:v>0.1771</c:v>
                </c:pt>
                <c:pt idx="163">
                  <c:v>0.1277</c:v>
                </c:pt>
                <c:pt idx="164">
                  <c:v>0.1682</c:v>
                </c:pt>
                <c:pt idx="165">
                  <c:v>0.1842</c:v>
                </c:pt>
                <c:pt idx="166">
                  <c:v>0.2032</c:v>
                </c:pt>
                <c:pt idx="167">
                  <c:v>0.1334</c:v>
                </c:pt>
                <c:pt idx="168">
                  <c:v>0.1309</c:v>
                </c:pt>
                <c:pt idx="169">
                  <c:v>0.1679</c:v>
                </c:pt>
                <c:pt idx="170">
                  <c:v>0.1575</c:v>
                </c:pt>
                <c:pt idx="171">
                  <c:v>0.1431</c:v>
                </c:pt>
                <c:pt idx="172">
                  <c:v>0.1775</c:v>
                </c:pt>
                <c:pt idx="173">
                  <c:v>0.1582</c:v>
                </c:pt>
                <c:pt idx="174">
                  <c:v>0.1468</c:v>
                </c:pt>
                <c:pt idx="175">
                  <c:v>0.1583</c:v>
                </c:pt>
                <c:pt idx="176">
                  <c:v>0.1826</c:v>
                </c:pt>
                <c:pt idx="177">
                  <c:v>0.1902</c:v>
                </c:pt>
                <c:pt idx="178">
                  <c:v>0.157</c:v>
                </c:pt>
                <c:pt idx="179">
                  <c:v>0.2075</c:v>
                </c:pt>
                <c:pt idx="180">
                  <c:v>0.2148</c:v>
                </c:pt>
                <c:pt idx="181">
                  <c:v>0.2176</c:v>
                </c:pt>
                <c:pt idx="182">
                  <c:v>0.2326</c:v>
                </c:pt>
                <c:pt idx="183">
                  <c:v>0.126</c:v>
                </c:pt>
                <c:pt idx="184">
                  <c:v>0.1239</c:v>
                </c:pt>
                <c:pt idx="185">
                  <c:v>0.1257</c:v>
                </c:pt>
                <c:pt idx="186">
                  <c:v>0.1293</c:v>
                </c:pt>
                <c:pt idx="187">
                  <c:v>0.1282</c:v>
                </c:pt>
                <c:pt idx="188">
                  <c:v>0.1817</c:v>
                </c:pt>
                <c:pt idx="189">
                  <c:v>0.1629</c:v>
                </c:pt>
                <c:pt idx="190">
                  <c:v>0.1314</c:v>
                </c:pt>
                <c:pt idx="191">
                  <c:v>0.1422</c:v>
                </c:pt>
                <c:pt idx="192">
                  <c:v>0.126</c:v>
                </c:pt>
                <c:pt idx="193">
                  <c:v>0.1425</c:v>
                </c:pt>
                <c:pt idx="194">
                  <c:v>0.1382</c:v>
                </c:pt>
                <c:pt idx="195">
                  <c:v>0.1282</c:v>
                </c:pt>
                <c:pt idx="196">
                  <c:v>0.1095</c:v>
                </c:pt>
                <c:pt idx="197">
                  <c:v>0.2222</c:v>
                </c:pt>
                <c:pt idx="198">
                  <c:v>0.1485</c:v>
                </c:pt>
                <c:pt idx="199">
                  <c:v>0.1678</c:v>
                </c:pt>
                <c:pt idx="200">
                  <c:v>0.1978</c:v>
                </c:pt>
                <c:pt idx="201">
                  <c:v>0.1338</c:v>
                </c:pt>
                <c:pt idx="202">
                  <c:v>0.1129</c:v>
                </c:pt>
                <c:pt idx="203">
                  <c:v>0.1081</c:v>
                </c:pt>
                <c:pt idx="204">
                  <c:v>0.155</c:v>
                </c:pt>
                <c:pt idx="205">
                  <c:v>0.1864</c:v>
                </c:pt>
                <c:pt idx="206">
                  <c:v>0.1656</c:v>
                </c:pt>
                <c:pt idx="207">
                  <c:v>0.1763</c:v>
                </c:pt>
                <c:pt idx="208">
                  <c:v>0.1682</c:v>
                </c:pt>
                <c:pt idx="209">
                  <c:v>0.1577</c:v>
                </c:pt>
                <c:pt idx="210">
                  <c:v>0.2377</c:v>
                </c:pt>
                <c:pt idx="211">
                  <c:v>0.1613</c:v>
                </c:pt>
                <c:pt idx="212">
                  <c:v>0.1531</c:v>
                </c:pt>
                <c:pt idx="213">
                  <c:v>0.1602</c:v>
                </c:pt>
                <c:pt idx="214">
                  <c:v>0.1718</c:v>
                </c:pt>
                <c:pt idx="215">
                  <c:v>0.1223</c:v>
                </c:pt>
                <c:pt idx="216">
                  <c:v>0.1077</c:v>
                </c:pt>
                <c:pt idx="217">
                  <c:v>0.1833</c:v>
                </c:pt>
                <c:pt idx="218">
                  <c:v>0.1473</c:v>
                </c:pt>
                <c:pt idx="219">
                  <c:v>0.1405</c:v>
                </c:pt>
                <c:pt idx="220">
                  <c:v>0.1019</c:v>
                </c:pt>
                <c:pt idx="221">
                  <c:v>0.1608</c:v>
                </c:pt>
                <c:pt idx="222">
                  <c:v>0.1604</c:v>
                </c:pt>
                <c:pt idx="223">
                  <c:v>0.1313</c:v>
                </c:pt>
                <c:pt idx="224">
                  <c:v>0.175</c:v>
                </c:pt>
                <c:pt idx="225">
                  <c:v>0.1783</c:v>
                </c:pt>
                <c:pt idx="226">
                  <c:v>0.1582</c:v>
                </c:pt>
                <c:pt idx="227">
                  <c:v>0.1791</c:v>
                </c:pt>
                <c:pt idx="228">
                  <c:v>0.139</c:v>
                </c:pt>
                <c:pt idx="229">
                  <c:v>0.1697</c:v>
                </c:pt>
                <c:pt idx="230">
                  <c:v>0.1714</c:v>
                </c:pt>
                <c:pt idx="231">
                  <c:v>0.2007</c:v>
                </c:pt>
                <c:pt idx="232">
                  <c:v>0.1987</c:v>
                </c:pt>
                <c:pt idx="233">
                  <c:v>0.1775</c:v>
                </c:pt>
                <c:pt idx="234">
                  <c:v>0.1212</c:v>
                </c:pt>
                <c:pt idx="235">
                  <c:v>0.1258</c:v>
                </c:pt>
                <c:pt idx="236">
                  <c:v>0.1223</c:v>
                </c:pt>
                <c:pt idx="237">
                  <c:v>0.1457</c:v>
                </c:pt>
                <c:pt idx="238">
                  <c:v>0.2375</c:v>
                </c:pt>
                <c:pt idx="239">
                  <c:v>0.2085</c:v>
                </c:pt>
                <c:pt idx="240">
                  <c:v>0.1375</c:v>
                </c:pt>
                <c:pt idx="241">
                  <c:v>0.2057</c:v>
                </c:pt>
                <c:pt idx="242">
                  <c:v>0.1832</c:v>
                </c:pt>
                <c:pt idx="243">
                  <c:v>0.1353</c:v>
                </c:pt>
                <c:pt idx="244">
                  <c:v>0.2346</c:v>
                </c:pt>
                <c:pt idx="245">
                  <c:v>0.1919</c:v>
                </c:pt>
                <c:pt idx="246">
                  <c:v>0.2136</c:v>
                </c:pt>
                <c:pt idx="247">
                  <c:v>0.1392</c:v>
                </c:pt>
                <c:pt idx="248">
                  <c:v>0.2282</c:v>
                </c:pt>
                <c:pt idx="249">
                  <c:v>0.1221</c:v>
                </c:pt>
                <c:pt idx="250">
                  <c:v>0.1999</c:v>
                </c:pt>
                <c:pt idx="251">
                  <c:v>0.1999</c:v>
                </c:pt>
                <c:pt idx="252">
                  <c:v>0.2175</c:v>
                </c:pt>
                <c:pt idx="253">
                  <c:v>0.152</c:v>
                </c:pt>
                <c:pt idx="254">
                  <c:v>0.1552</c:v>
                </c:pt>
                <c:pt idx="255">
                  <c:v>0.2772</c:v>
                </c:pt>
                <c:pt idx="256">
                  <c:v>0.2039</c:v>
                </c:pt>
                <c:pt idx="257">
                  <c:v>0.1655</c:v>
                </c:pt>
                <c:pt idx="258">
                  <c:v>0.1542</c:v>
                </c:pt>
                <c:pt idx="259">
                  <c:v>0.1658</c:v>
                </c:pt>
                <c:pt idx="260">
                  <c:v>0.1707</c:v>
                </c:pt>
                <c:pt idx="261">
                  <c:v>0.1274</c:v>
                </c:pt>
                <c:pt idx="262">
                  <c:v>0.1811</c:v>
                </c:pt>
                <c:pt idx="263">
                  <c:v>0.1458</c:v>
                </c:pt>
                <c:pt idx="264">
                  <c:v>0.1484</c:v>
                </c:pt>
                <c:pt idx="265">
                  <c:v>0.1838</c:v>
                </c:pt>
                <c:pt idx="266">
                  <c:v>0.1704</c:v>
                </c:pt>
                <c:pt idx="267">
                  <c:v>0.1341</c:v>
                </c:pt>
                <c:pt idx="268">
                  <c:v>0.1552</c:v>
                </c:pt>
                <c:pt idx="269">
                  <c:v>0.1769</c:v>
                </c:pt>
                <c:pt idx="270">
                  <c:v>0.1583</c:v>
                </c:pt>
                <c:pt idx="271">
                  <c:v>0.1695</c:v>
                </c:pt>
                <c:pt idx="272">
                  <c:v>0.1163</c:v>
                </c:pt>
                <c:pt idx="273">
                  <c:v>0.151</c:v>
                </c:pt>
                <c:pt idx="274">
                  <c:v>0.1982</c:v>
                </c:pt>
                <c:pt idx="275">
                  <c:v>0.2001</c:v>
                </c:pt>
                <c:pt idx="276">
                  <c:v>0.1428</c:v>
                </c:pt>
                <c:pt idx="277">
                  <c:v>0.1845</c:v>
                </c:pt>
                <c:pt idx="278">
                  <c:v>0.2107</c:v>
                </c:pt>
                <c:pt idx="279">
                  <c:v>0.3082</c:v>
                </c:pt>
                <c:pt idx="280">
                  <c:v>0.2575</c:v>
                </c:pt>
                <c:pt idx="281">
                  <c:v>0.259</c:v>
                </c:pt>
                <c:pt idx="282">
                  <c:v>0.2458</c:v>
                </c:pt>
                <c:pt idx="283">
                  <c:v>0.1471</c:v>
                </c:pt>
                <c:pt idx="284">
                  <c:v>0.1216</c:v>
                </c:pt>
                <c:pt idx="285">
                  <c:v>0.1549</c:v>
                </c:pt>
                <c:pt idx="286">
                  <c:v>0.1598</c:v>
                </c:pt>
                <c:pt idx="287">
                  <c:v>0.1368</c:v>
                </c:pt>
                <c:pt idx="288">
                  <c:v>0.1296</c:v>
                </c:pt>
                <c:pt idx="289">
                  <c:v>0.194</c:v>
                </c:pt>
                <c:pt idx="290">
                  <c:v>0.2064</c:v>
                </c:pt>
                <c:pt idx="291">
                  <c:v>0.1988</c:v>
                </c:pt>
                <c:pt idx="292">
                  <c:v>0.2171</c:v>
                </c:pt>
                <c:pt idx="293">
                  <c:v>0.1692</c:v>
                </c:pt>
                <c:pt idx="294">
                  <c:v>0.1337</c:v>
                </c:pt>
                <c:pt idx="295">
                  <c:v>0.1569</c:v>
                </c:pt>
                <c:pt idx="296">
                  <c:v>0.1781</c:v>
                </c:pt>
                <c:pt idx="297">
                  <c:v>0.1461</c:v>
                </c:pt>
                <c:pt idx="298">
                  <c:v>0.1139</c:v>
                </c:pt>
                <c:pt idx="299">
                  <c:v>0.2164</c:v>
                </c:pt>
                <c:pt idx="300">
                  <c:v>0.1554</c:v>
                </c:pt>
                <c:pt idx="301">
                  <c:v>0.1785</c:v>
                </c:pt>
                <c:pt idx="302">
                  <c:v>0.1819</c:v>
                </c:pt>
                <c:pt idx="303">
                  <c:v>0.2029</c:v>
                </c:pt>
                <c:pt idx="304">
                  <c:v>0.2274</c:v>
                </c:pt>
                <c:pt idx="305">
                  <c:v>0.2285</c:v>
                </c:pt>
                <c:pt idx="306">
                  <c:v>0.2973</c:v>
                </c:pt>
                <c:pt idx="307">
                  <c:v>0.297</c:v>
                </c:pt>
                <c:pt idx="308">
                  <c:v>0.2216</c:v>
                </c:pt>
                <c:pt idx="309">
                  <c:v>0.3521</c:v>
                </c:pt>
                <c:pt idx="310">
                  <c:v>0.3651</c:v>
                </c:pt>
                <c:pt idx="311">
                  <c:v>0.3257</c:v>
                </c:pt>
                <c:pt idx="312">
                  <c:v>0.3275</c:v>
                </c:pt>
                <c:pt idx="313">
                  <c:v>0.2487</c:v>
                </c:pt>
                <c:pt idx="314">
                  <c:v>0.2857</c:v>
                </c:pt>
                <c:pt idx="315">
                  <c:v>0.3401</c:v>
                </c:pt>
                <c:pt idx="316">
                  <c:v>0.3653</c:v>
                </c:pt>
                <c:pt idx="317">
                  <c:v>0.3832</c:v>
                </c:pt>
                <c:pt idx="318">
                  <c:v>0.3063</c:v>
                </c:pt>
                <c:pt idx="319">
                  <c:v>0.2905</c:v>
                </c:pt>
                <c:pt idx="320">
                  <c:v>0.222</c:v>
                </c:pt>
                <c:pt idx="321">
                  <c:v>0.1877</c:v>
                </c:pt>
                <c:pt idx="322">
                  <c:v>0.2925</c:v>
                </c:pt>
                <c:pt idx="323">
                  <c:v>0.3496</c:v>
                </c:pt>
                <c:pt idx="324">
                  <c:v>0.3097</c:v>
                </c:pt>
                <c:pt idx="325">
                  <c:v>0.2899</c:v>
                </c:pt>
                <c:pt idx="326">
                  <c:v>0.3498</c:v>
                </c:pt>
                <c:pt idx="327">
                  <c:v>0.2543</c:v>
                </c:pt>
                <c:pt idx="328">
                  <c:v>0.2939</c:v>
                </c:pt>
                <c:pt idx="329">
                  <c:v>0.2322</c:v>
                </c:pt>
                <c:pt idx="330">
                  <c:v>0.3033</c:v>
                </c:pt>
                <c:pt idx="331">
                  <c:v>0.3416</c:v>
                </c:pt>
                <c:pt idx="332">
                  <c:v>0.2496</c:v>
                </c:pt>
                <c:pt idx="333">
                  <c:v>0.3025</c:v>
                </c:pt>
                <c:pt idx="334">
                  <c:v>0.2826</c:v>
                </c:pt>
                <c:pt idx="335">
                  <c:v>0.341</c:v>
                </c:pt>
                <c:pt idx="336">
                  <c:v>0.2014</c:v>
                </c:pt>
                <c:pt idx="337">
                  <c:v>0.2765</c:v>
                </c:pt>
                <c:pt idx="338">
                  <c:v>0.3198</c:v>
                </c:pt>
                <c:pt idx="339">
                  <c:v>0.2295</c:v>
                </c:pt>
                <c:pt idx="340">
                  <c:v>0.1863</c:v>
                </c:pt>
                <c:pt idx="341">
                  <c:v>0.2251</c:v>
                </c:pt>
                <c:pt idx="342">
                  <c:v>0.1833</c:v>
                </c:pt>
                <c:pt idx="343">
                  <c:v>0.3094</c:v>
                </c:pt>
                <c:pt idx="344">
                  <c:v>0.2462</c:v>
                </c:pt>
                <c:pt idx="345">
                  <c:v>0.2707</c:v>
                </c:pt>
                <c:pt idx="346">
                  <c:v>0.2538</c:v>
                </c:pt>
                <c:pt idx="347">
                  <c:v>0.2298</c:v>
                </c:pt>
                <c:pt idx="348">
                  <c:v>0.2883</c:v>
                </c:pt>
                <c:pt idx="349">
                  <c:v>0.2822</c:v>
                </c:pt>
                <c:pt idx="350">
                  <c:v>0.267</c:v>
                </c:pt>
                <c:pt idx="351">
                  <c:v>0.3309</c:v>
                </c:pt>
                <c:pt idx="352">
                  <c:v>0.2358</c:v>
                </c:pt>
                <c:pt idx="353">
                  <c:v>0.3768</c:v>
                </c:pt>
                <c:pt idx="354">
                  <c:v>0.3013</c:v>
                </c:pt>
                <c:pt idx="355">
                  <c:v>0.305</c:v>
                </c:pt>
                <c:pt idx="356">
                  <c:v>0.3652</c:v>
                </c:pt>
                <c:pt idx="357">
                  <c:v>0.1841</c:v>
                </c:pt>
                <c:pt idx="358">
                  <c:v>0.2773</c:v>
                </c:pt>
                <c:pt idx="359">
                  <c:v>0.2854</c:v>
                </c:pt>
                <c:pt idx="360">
                  <c:v>0.4113</c:v>
                </c:pt>
                <c:pt idx="361">
                  <c:v>0.2941</c:v>
                </c:pt>
                <c:pt idx="362">
                  <c:v>0.2973</c:v>
                </c:pt>
                <c:pt idx="363">
                  <c:v>0.2833</c:v>
                </c:pt>
                <c:pt idx="364">
                  <c:v>0.2991</c:v>
                </c:pt>
                <c:pt idx="365">
                  <c:v>0.2328</c:v>
                </c:pt>
                <c:pt idx="366">
                  <c:v>0.2455</c:v>
                </c:pt>
                <c:pt idx="367">
                  <c:v>0.2457</c:v>
                </c:pt>
                <c:pt idx="368">
                  <c:v>0.2798</c:v>
                </c:pt>
                <c:pt idx="369">
                  <c:v>0.2682</c:v>
                </c:pt>
                <c:pt idx="370">
                  <c:v>0.2238</c:v>
                </c:pt>
                <c:pt idx="371">
                  <c:v>0.2478</c:v>
                </c:pt>
                <c:pt idx="372">
                  <c:v>0.3068</c:v>
                </c:pt>
                <c:pt idx="373">
                  <c:v>0.27</c:v>
                </c:pt>
                <c:pt idx="374">
                  <c:v>0.2582</c:v>
                </c:pt>
                <c:pt idx="375">
                  <c:v>0.2073</c:v>
                </c:pt>
                <c:pt idx="376">
                  <c:v>0.2741</c:v>
                </c:pt>
                <c:pt idx="377">
                  <c:v>0.2752</c:v>
                </c:pt>
                <c:pt idx="378">
                  <c:v>0.2693</c:v>
                </c:pt>
                <c:pt idx="379">
                  <c:v>0.2417</c:v>
                </c:pt>
                <c:pt idx="380">
                  <c:v>0.3436</c:v>
                </c:pt>
                <c:pt idx="381">
                  <c:v>0.3094</c:v>
                </c:pt>
                <c:pt idx="382">
                  <c:v>0.3943</c:v>
                </c:pt>
                <c:pt idx="383">
                  <c:v>0.3328</c:v>
                </c:pt>
                <c:pt idx="384">
                  <c:v>0.2762</c:v>
                </c:pt>
                <c:pt idx="385">
                  <c:v>0.3539</c:v>
                </c:pt>
                <c:pt idx="386">
                  <c:v>0.3884</c:v>
                </c:pt>
                <c:pt idx="387">
                  <c:v>0.3147</c:v>
                </c:pt>
                <c:pt idx="388">
                  <c:v>0.2829</c:v>
                </c:pt>
                <c:pt idx="389">
                  <c:v>0.2727</c:v>
                </c:pt>
                <c:pt idx="390">
                  <c:v>0.2446</c:v>
                </c:pt>
                <c:pt idx="391">
                  <c:v>0.2813</c:v>
                </c:pt>
                <c:pt idx="392">
                  <c:v>0.2709</c:v>
                </c:pt>
                <c:pt idx="393">
                  <c:v>0.3089</c:v>
                </c:pt>
                <c:pt idx="394">
                  <c:v>0.2235</c:v>
                </c:pt>
                <c:pt idx="395">
                  <c:v>0.2479</c:v>
                </c:pt>
                <c:pt idx="396">
                  <c:v>0.289</c:v>
                </c:pt>
                <c:pt idx="397">
                  <c:v>0.2847</c:v>
                </c:pt>
                <c:pt idx="398">
                  <c:v>0.2455</c:v>
                </c:pt>
                <c:pt idx="399">
                  <c:v>0.2999</c:v>
                </c:pt>
                <c:pt idx="400">
                  <c:v>0.3043</c:v>
                </c:pt>
                <c:pt idx="401">
                  <c:v>0.2578</c:v>
                </c:pt>
                <c:pt idx="402">
                  <c:v>0.2322</c:v>
                </c:pt>
                <c:pt idx="403">
                  <c:v>0.2476</c:v>
                </c:pt>
                <c:pt idx="404">
                  <c:v>0.263</c:v>
                </c:pt>
                <c:pt idx="405">
                  <c:v>0.2701</c:v>
                </c:pt>
                <c:pt idx="406">
                  <c:v>0.2429</c:v>
                </c:pt>
                <c:pt idx="407">
                  <c:v>0.3076</c:v>
                </c:pt>
                <c:pt idx="408">
                  <c:v>0.3893</c:v>
                </c:pt>
                <c:pt idx="409">
                  <c:v>0.3528</c:v>
                </c:pt>
                <c:pt idx="410">
                  <c:v>0.3017</c:v>
                </c:pt>
                <c:pt idx="411">
                  <c:v>0.4411</c:v>
                </c:pt>
                <c:pt idx="412">
                  <c:v>0.3915</c:v>
                </c:pt>
                <c:pt idx="413">
                  <c:v>0.3846</c:v>
                </c:pt>
                <c:pt idx="414">
                  <c:v>0.2856</c:v>
                </c:pt>
                <c:pt idx="415">
                  <c:v>0.2533</c:v>
                </c:pt>
                <c:pt idx="416">
                  <c:v>0.2984</c:v>
                </c:pt>
                <c:pt idx="417">
                  <c:v>0.2611</c:v>
                </c:pt>
                <c:pt idx="418">
                  <c:v>0.3049</c:v>
                </c:pt>
                <c:pt idx="419">
                  <c:v>0.2828</c:v>
                </c:pt>
                <c:pt idx="420">
                  <c:v>0.304</c:v>
                </c:pt>
                <c:pt idx="421">
                  <c:v>0.2429</c:v>
                </c:pt>
                <c:pt idx="422">
                  <c:v>0.3027</c:v>
                </c:pt>
                <c:pt idx="423">
                  <c:v>0.2961</c:v>
                </c:pt>
                <c:pt idx="424">
                  <c:v>0.2964</c:v>
                </c:pt>
                <c:pt idx="425">
                  <c:v>0.2649</c:v>
                </c:pt>
                <c:pt idx="426">
                  <c:v>0.2287</c:v>
                </c:pt>
                <c:pt idx="427">
                  <c:v>0.3118</c:v>
                </c:pt>
                <c:pt idx="428">
                  <c:v>0.2693</c:v>
                </c:pt>
                <c:pt idx="429">
                  <c:v>0.297</c:v>
                </c:pt>
                <c:pt idx="430">
                  <c:v>0.2964</c:v>
                </c:pt>
                <c:pt idx="431">
                  <c:v>0.2423</c:v>
                </c:pt>
                <c:pt idx="432">
                  <c:v>0.2479</c:v>
                </c:pt>
                <c:pt idx="433">
                  <c:v>0.2742</c:v>
                </c:pt>
                <c:pt idx="434">
                  <c:v>0.3065</c:v>
                </c:pt>
                <c:pt idx="435">
                  <c:v>0.3174</c:v>
                </c:pt>
                <c:pt idx="436">
                  <c:v>0.2693</c:v>
                </c:pt>
                <c:pt idx="437">
                  <c:v>0.3391</c:v>
                </c:pt>
                <c:pt idx="438">
                  <c:v>0.3295</c:v>
                </c:pt>
                <c:pt idx="439">
                  <c:v>0.3326</c:v>
                </c:pt>
                <c:pt idx="440">
                  <c:v>0.306</c:v>
                </c:pt>
                <c:pt idx="441">
                  <c:v>0.2889</c:v>
                </c:pt>
                <c:pt idx="442">
                  <c:v>0.3034</c:v>
                </c:pt>
                <c:pt idx="443">
                  <c:v>0.2924</c:v>
                </c:pt>
                <c:pt idx="444">
                  <c:v>0.2434</c:v>
                </c:pt>
                <c:pt idx="445">
                  <c:v>0.2594</c:v>
                </c:pt>
                <c:pt idx="446">
                  <c:v>0.2844</c:v>
                </c:pt>
                <c:pt idx="447">
                  <c:v>0.2978</c:v>
                </c:pt>
                <c:pt idx="448">
                  <c:v>0.3709</c:v>
                </c:pt>
                <c:pt idx="449">
                  <c:v>0.2925</c:v>
                </c:pt>
                <c:pt idx="450">
                  <c:v>0.3267</c:v>
                </c:pt>
                <c:pt idx="451">
                  <c:v>0.32</c:v>
                </c:pt>
                <c:pt idx="452">
                  <c:v>0.3458</c:v>
                </c:pt>
                <c:pt idx="453">
                  <c:v>0.3062</c:v>
                </c:pt>
                <c:pt idx="454">
                  <c:v>0.2801</c:v>
                </c:pt>
                <c:pt idx="455">
                  <c:v>0.3325</c:v>
                </c:pt>
                <c:pt idx="456">
                  <c:v>0.3548</c:v>
                </c:pt>
                <c:pt idx="457">
                  <c:v>0.2401</c:v>
                </c:pt>
                <c:pt idx="458">
                  <c:v>0.3678</c:v>
                </c:pt>
                <c:pt idx="459">
                  <c:v>0.3738</c:v>
                </c:pt>
                <c:pt idx="460">
                  <c:v>0.3745</c:v>
                </c:pt>
                <c:pt idx="461">
                  <c:v>0.2374</c:v>
                </c:pt>
                <c:pt idx="462">
                  <c:v>0.3553</c:v>
                </c:pt>
                <c:pt idx="463">
                  <c:v>0.3571</c:v>
                </c:pt>
                <c:pt idx="464">
                  <c:v>0.3492</c:v>
                </c:pt>
                <c:pt idx="465">
                  <c:v>0.385</c:v>
                </c:pt>
                <c:pt idx="466">
                  <c:v>0.3829</c:v>
                </c:pt>
                <c:pt idx="467">
                  <c:v>0.328</c:v>
                </c:pt>
                <c:pt idx="468">
                  <c:v>0.3209</c:v>
                </c:pt>
                <c:pt idx="469">
                  <c:v>0.266</c:v>
                </c:pt>
                <c:pt idx="470">
                  <c:v>0.2869</c:v>
                </c:pt>
                <c:pt idx="471">
                  <c:v>0.2237</c:v>
                </c:pt>
                <c:pt idx="472">
                  <c:v>0.2102</c:v>
                </c:pt>
                <c:pt idx="473">
                  <c:v>0.1742</c:v>
                </c:pt>
                <c:pt idx="474">
                  <c:v>0.2108</c:v>
                </c:pt>
                <c:pt idx="475">
                  <c:v>0.1991</c:v>
                </c:pt>
                <c:pt idx="476">
                  <c:v>0.1973</c:v>
                </c:pt>
                <c:pt idx="477">
                  <c:v>0.2459</c:v>
                </c:pt>
                <c:pt idx="478">
                  <c:v>0.2337</c:v>
                </c:pt>
                <c:pt idx="479">
                  <c:v>0.2166</c:v>
                </c:pt>
                <c:pt idx="480">
                  <c:v>0.2358</c:v>
                </c:pt>
                <c:pt idx="481">
                  <c:v>0.2763</c:v>
                </c:pt>
                <c:pt idx="482">
                  <c:v>0.2552</c:v>
                </c:pt>
                <c:pt idx="483">
                  <c:v>0.312</c:v>
                </c:pt>
                <c:pt idx="484">
                  <c:v>0.3895</c:v>
                </c:pt>
                <c:pt idx="485">
                  <c:v>0.316</c:v>
                </c:pt>
                <c:pt idx="486">
                  <c:v>0.295</c:v>
                </c:pt>
                <c:pt idx="487">
                  <c:v>0.3624</c:v>
                </c:pt>
                <c:pt idx="488">
                  <c:v>0.3045</c:v>
                </c:pt>
                <c:pt idx="489">
                  <c:v>0.3326</c:v>
                </c:pt>
                <c:pt idx="490">
                  <c:v>0.3038</c:v>
                </c:pt>
                <c:pt idx="491">
                  <c:v>0.3486</c:v>
                </c:pt>
                <c:pt idx="492">
                  <c:v>0.3384</c:v>
                </c:pt>
                <c:pt idx="493">
                  <c:v>0.31</c:v>
                </c:pt>
                <c:pt idx="494">
                  <c:v>0.3439</c:v>
                </c:pt>
                <c:pt idx="495">
                  <c:v>0.3388</c:v>
                </c:pt>
                <c:pt idx="496">
                  <c:v>0.3142</c:v>
                </c:pt>
                <c:pt idx="497">
                  <c:v>0.3054</c:v>
                </c:pt>
                <c:pt idx="498">
                  <c:v>0.2752</c:v>
                </c:pt>
                <c:pt idx="499">
                  <c:v>0.2722</c:v>
                </c:pt>
                <c:pt idx="500">
                  <c:v>0.3005</c:v>
                </c:pt>
                <c:pt idx="501">
                  <c:v>0.3064</c:v>
                </c:pt>
                <c:pt idx="502">
                  <c:v>0.3194</c:v>
                </c:pt>
                <c:pt idx="503">
                  <c:v>0.3142</c:v>
                </c:pt>
                <c:pt idx="504">
                  <c:v>0.3303</c:v>
                </c:pt>
                <c:pt idx="505">
                  <c:v>0.2823</c:v>
                </c:pt>
                <c:pt idx="506">
                  <c:v>0.2133</c:v>
                </c:pt>
                <c:pt idx="507">
                  <c:v>0.2532</c:v>
                </c:pt>
                <c:pt idx="508">
                  <c:v>0.2817</c:v>
                </c:pt>
                <c:pt idx="509">
                  <c:v>0.2218</c:v>
                </c:pt>
                <c:pt idx="510">
                  <c:v>0.2769</c:v>
                </c:pt>
                <c:pt idx="511">
                  <c:v>0.261</c:v>
                </c:pt>
                <c:pt idx="512">
                  <c:v>0.28</c:v>
                </c:pt>
                <c:pt idx="513">
                  <c:v>0.2774</c:v>
                </c:pt>
                <c:pt idx="514">
                  <c:v>0.2961</c:v>
                </c:pt>
                <c:pt idx="515">
                  <c:v>0.4371</c:v>
                </c:pt>
                <c:pt idx="516">
                  <c:v>0.4055</c:v>
                </c:pt>
                <c:pt idx="517">
                  <c:v>0.2512</c:v>
                </c:pt>
                <c:pt idx="518">
                  <c:v>0.3127</c:v>
                </c:pt>
                <c:pt idx="519">
                  <c:v>0.298</c:v>
                </c:pt>
                <c:pt idx="520">
                  <c:v>0.345</c:v>
                </c:pt>
                <c:pt idx="521">
                  <c:v>0.2321</c:v>
                </c:pt>
                <c:pt idx="522">
                  <c:v>0.3007</c:v>
                </c:pt>
                <c:pt idx="523">
                  <c:v>0.3272</c:v>
                </c:pt>
                <c:pt idx="524">
                  <c:v>0.3037</c:v>
                </c:pt>
                <c:pt idx="525">
                  <c:v>0.3277</c:v>
                </c:pt>
                <c:pt idx="526">
                  <c:v>0.3173</c:v>
                </c:pt>
                <c:pt idx="527">
                  <c:v>0.2257</c:v>
                </c:pt>
                <c:pt idx="528">
                  <c:v>0.2707</c:v>
                </c:pt>
                <c:pt idx="529">
                  <c:v>0.2938</c:v>
                </c:pt>
                <c:pt idx="530">
                  <c:v>0.3092</c:v>
                </c:pt>
                <c:pt idx="531">
                  <c:v>0.2654</c:v>
                </c:pt>
                <c:pt idx="532">
                  <c:v>0.2481</c:v>
                </c:pt>
                <c:pt idx="533">
                  <c:v>0.3101</c:v>
                </c:pt>
                <c:pt idx="534">
                  <c:v>0.3751</c:v>
                </c:pt>
                <c:pt idx="535">
                  <c:v>0.3357</c:v>
                </c:pt>
                <c:pt idx="536">
                  <c:v>0.2563</c:v>
                </c:pt>
                <c:pt idx="537">
                  <c:v>0.3056</c:v>
                </c:pt>
                <c:pt idx="538">
                  <c:v>0.2895</c:v>
                </c:pt>
                <c:pt idx="539">
                  <c:v>0.3204</c:v>
                </c:pt>
                <c:pt idx="540">
                  <c:v>0.2877</c:v>
                </c:pt>
                <c:pt idx="541">
                  <c:v>0.2903</c:v>
                </c:pt>
                <c:pt idx="542">
                  <c:v>0.2961</c:v>
                </c:pt>
                <c:pt idx="543">
                  <c:v>0.3162</c:v>
                </c:pt>
                <c:pt idx="544">
                  <c:v>0.3206</c:v>
                </c:pt>
                <c:pt idx="545">
                  <c:v>0.2831</c:v>
                </c:pt>
                <c:pt idx="546">
                  <c:v>0.3154</c:v>
                </c:pt>
                <c:pt idx="547">
                  <c:v>0.2858</c:v>
                </c:pt>
                <c:pt idx="548">
                  <c:v>0.3086</c:v>
                </c:pt>
                <c:pt idx="549">
                  <c:v>0.3099</c:v>
                </c:pt>
                <c:pt idx="550">
                  <c:v>0.2602</c:v>
                </c:pt>
                <c:pt idx="551">
                  <c:v>0.3022</c:v>
                </c:pt>
                <c:pt idx="552">
                  <c:v>0.3486</c:v>
                </c:pt>
                <c:pt idx="553">
                  <c:v>0.3393</c:v>
                </c:pt>
                <c:pt idx="554">
                  <c:v>0.3218</c:v>
                </c:pt>
                <c:pt idx="555">
                  <c:v>0.2696</c:v>
                </c:pt>
                <c:pt idx="556">
                  <c:v>0.3305</c:v>
                </c:pt>
                <c:pt idx="557">
                  <c:v>0.3235</c:v>
                </c:pt>
                <c:pt idx="558">
                  <c:v>0.3103</c:v>
                </c:pt>
                <c:pt idx="559">
                  <c:v>0.2326</c:v>
                </c:pt>
                <c:pt idx="560">
                  <c:v>0.2926</c:v>
                </c:pt>
                <c:pt idx="561">
                  <c:v>0.216</c:v>
                </c:pt>
                <c:pt idx="562">
                  <c:v>0.2879</c:v>
                </c:pt>
                <c:pt idx="563">
                  <c:v>0.3065</c:v>
                </c:pt>
                <c:pt idx="564">
                  <c:v>0.2956</c:v>
                </c:pt>
                <c:pt idx="565">
                  <c:v>0.2249</c:v>
                </c:pt>
                <c:pt idx="566">
                  <c:v>0.2306</c:v>
                </c:pt>
                <c:pt idx="567">
                  <c:v>0.3358</c:v>
                </c:pt>
                <c:pt idx="568">
                  <c:v>0.3522</c:v>
                </c:pt>
                <c:pt idx="569">
                  <c:v>0.3202</c:v>
                </c:pt>
                <c:pt idx="570">
                  <c:v>0.2991</c:v>
                </c:pt>
                <c:pt idx="571">
                  <c:v>0.3193</c:v>
                </c:pt>
                <c:pt idx="572">
                  <c:v>0.3626</c:v>
                </c:pt>
                <c:pt idx="573">
                  <c:v>0.3242</c:v>
                </c:pt>
                <c:pt idx="574">
                  <c:v>0.3963</c:v>
                </c:pt>
                <c:pt idx="575">
                  <c:v>0.3558</c:v>
                </c:pt>
                <c:pt idx="576">
                  <c:v>0.3662</c:v>
                </c:pt>
                <c:pt idx="577">
                  <c:v>0.3374</c:v>
                </c:pt>
                <c:pt idx="578">
                  <c:v>0.2759</c:v>
                </c:pt>
                <c:pt idx="579">
                  <c:v>0.3326</c:v>
                </c:pt>
                <c:pt idx="580">
                  <c:v>0.3208</c:v>
                </c:pt>
                <c:pt idx="581">
                  <c:v>0.2986</c:v>
                </c:pt>
                <c:pt idx="582">
                  <c:v>0.2797</c:v>
                </c:pt>
                <c:pt idx="583">
                  <c:v>0.3284</c:v>
                </c:pt>
                <c:pt idx="584">
                  <c:v>0.2919</c:v>
                </c:pt>
                <c:pt idx="585">
                  <c:v>0.3544</c:v>
                </c:pt>
                <c:pt idx="586">
                  <c:v>0.3425</c:v>
                </c:pt>
                <c:pt idx="587">
                  <c:v>0.3486</c:v>
                </c:pt>
                <c:pt idx="588">
                  <c:v>0.2921</c:v>
                </c:pt>
                <c:pt idx="589">
                  <c:v>0.3563</c:v>
                </c:pt>
                <c:pt idx="590">
                  <c:v>0.2973</c:v>
                </c:pt>
                <c:pt idx="591">
                  <c:v>0.3504</c:v>
                </c:pt>
                <c:pt idx="592">
                  <c:v>0.3621</c:v>
                </c:pt>
                <c:pt idx="593">
                  <c:v>0.3101</c:v>
                </c:pt>
                <c:pt idx="594">
                  <c:v>0.365</c:v>
                </c:pt>
                <c:pt idx="595">
                  <c:v>0.3635</c:v>
                </c:pt>
                <c:pt idx="596">
                  <c:v>0.3536</c:v>
                </c:pt>
                <c:pt idx="597">
                  <c:v>0.3368</c:v>
                </c:pt>
                <c:pt idx="598">
                  <c:v>0.3967</c:v>
                </c:pt>
                <c:pt idx="599">
                  <c:v>0.3483</c:v>
                </c:pt>
                <c:pt idx="600">
                  <c:v>0.3498</c:v>
                </c:pt>
                <c:pt idx="601">
                  <c:v>0.3668</c:v>
                </c:pt>
                <c:pt idx="602">
                  <c:v>0.2887</c:v>
                </c:pt>
                <c:pt idx="603">
                  <c:v>0.3649</c:v>
                </c:pt>
                <c:pt idx="604">
                  <c:v>0.3354</c:v>
                </c:pt>
                <c:pt idx="605">
                  <c:v>0.3114</c:v>
                </c:pt>
                <c:pt idx="606">
                  <c:v>0.3144</c:v>
                </c:pt>
                <c:pt idx="607">
                  <c:v>0.3056</c:v>
                </c:pt>
                <c:pt idx="608">
                  <c:v>0.318</c:v>
                </c:pt>
                <c:pt idx="609">
                  <c:v>0.3236</c:v>
                </c:pt>
                <c:pt idx="610">
                  <c:v>0.2947</c:v>
                </c:pt>
                <c:pt idx="611">
                  <c:v>0.1919</c:v>
                </c:pt>
                <c:pt idx="612">
                  <c:v>0.2765</c:v>
                </c:pt>
                <c:pt idx="613">
                  <c:v>0.255</c:v>
                </c:pt>
                <c:pt idx="614">
                  <c:v>0.3101</c:v>
                </c:pt>
                <c:pt idx="615">
                  <c:v>0.2998</c:v>
                </c:pt>
                <c:pt idx="616">
                  <c:v>0.2977</c:v>
                </c:pt>
                <c:pt idx="617">
                  <c:v>0.3043</c:v>
                </c:pt>
                <c:pt idx="618">
                  <c:v>0.2726</c:v>
                </c:pt>
                <c:pt idx="619">
                  <c:v>0.331</c:v>
                </c:pt>
                <c:pt idx="620">
                  <c:v>0.4244</c:v>
                </c:pt>
                <c:pt idx="621">
                  <c:v>0.3449</c:v>
                </c:pt>
                <c:pt idx="622">
                  <c:v>0.4251</c:v>
                </c:pt>
                <c:pt idx="623">
                  <c:v>0.4263</c:v>
                </c:pt>
                <c:pt idx="624">
                  <c:v>0.3974</c:v>
                </c:pt>
                <c:pt idx="625">
                  <c:v>0.3566</c:v>
                </c:pt>
                <c:pt idx="626">
                  <c:v>0.3658</c:v>
                </c:pt>
                <c:pt idx="627">
                  <c:v>0.3789</c:v>
                </c:pt>
                <c:pt idx="628">
                  <c:v>0.3799</c:v>
                </c:pt>
                <c:pt idx="629">
                  <c:v>0.3819</c:v>
                </c:pt>
                <c:pt idx="630">
                  <c:v>0.3722</c:v>
                </c:pt>
                <c:pt idx="631">
                  <c:v>0.3933</c:v>
                </c:pt>
                <c:pt idx="632">
                  <c:v>0.3317</c:v>
                </c:pt>
                <c:pt idx="633">
                  <c:v>0.3487</c:v>
                </c:pt>
                <c:pt idx="634">
                  <c:v>0.4014</c:v>
                </c:pt>
                <c:pt idx="635">
                  <c:v>0.3612</c:v>
                </c:pt>
                <c:pt idx="636">
                  <c:v>0.3537</c:v>
                </c:pt>
                <c:pt idx="637">
                  <c:v>0.391</c:v>
                </c:pt>
                <c:pt idx="638">
                  <c:v>0.3755</c:v>
                </c:pt>
                <c:pt idx="639">
                  <c:v>0.408</c:v>
                </c:pt>
                <c:pt idx="640">
                  <c:v>0.3162</c:v>
                </c:pt>
                <c:pt idx="641">
                  <c:v>0.342</c:v>
                </c:pt>
                <c:pt idx="642">
                  <c:v>0.3213</c:v>
                </c:pt>
                <c:pt idx="643">
                  <c:v>0.3687</c:v>
                </c:pt>
                <c:pt idx="644">
                  <c:v>0.3448</c:v>
                </c:pt>
                <c:pt idx="645">
                  <c:v>0.2761</c:v>
                </c:pt>
                <c:pt idx="646">
                  <c:v>0.3534</c:v>
                </c:pt>
                <c:pt idx="647">
                  <c:v>0.3503</c:v>
                </c:pt>
                <c:pt idx="648">
                  <c:v>0.3157</c:v>
                </c:pt>
                <c:pt idx="649">
                  <c:v>0.3156</c:v>
                </c:pt>
                <c:pt idx="650">
                  <c:v>0.2701</c:v>
                </c:pt>
                <c:pt idx="651">
                  <c:v>0.2916</c:v>
                </c:pt>
                <c:pt idx="652">
                  <c:v>0.276</c:v>
                </c:pt>
                <c:pt idx="653">
                  <c:v>0.2497</c:v>
                </c:pt>
                <c:pt idx="654">
                  <c:v>0.2785</c:v>
                </c:pt>
                <c:pt idx="655">
                  <c:v>0.3126</c:v>
                </c:pt>
                <c:pt idx="656">
                  <c:v>0.3409</c:v>
                </c:pt>
                <c:pt idx="657">
                  <c:v>0.4179</c:v>
                </c:pt>
                <c:pt idx="658">
                  <c:v>0.3975</c:v>
                </c:pt>
                <c:pt idx="659">
                  <c:v>0.3475</c:v>
                </c:pt>
                <c:pt idx="660">
                  <c:v>0.3738</c:v>
                </c:pt>
                <c:pt idx="661">
                  <c:v>0.3398</c:v>
                </c:pt>
                <c:pt idx="662">
                  <c:v>0.3461</c:v>
                </c:pt>
                <c:pt idx="663">
                  <c:v>0.3086</c:v>
                </c:pt>
                <c:pt idx="664">
                  <c:v>0.337</c:v>
                </c:pt>
                <c:pt idx="665">
                  <c:v>0.2599</c:v>
                </c:pt>
                <c:pt idx="666">
                  <c:v>0.3522</c:v>
                </c:pt>
                <c:pt idx="667">
                  <c:v>0.3619</c:v>
                </c:pt>
                <c:pt idx="668">
                  <c:v>0.3651</c:v>
                </c:pt>
                <c:pt idx="669">
                  <c:v>0.3331</c:v>
                </c:pt>
                <c:pt idx="670">
                  <c:v>0.2532</c:v>
                </c:pt>
                <c:pt idx="671">
                  <c:v>0.3591</c:v>
                </c:pt>
                <c:pt idx="672">
                  <c:v>0.3644</c:v>
                </c:pt>
                <c:pt idx="673">
                  <c:v>0.3426</c:v>
                </c:pt>
                <c:pt idx="674">
                  <c:v>0.352</c:v>
                </c:pt>
                <c:pt idx="675">
                  <c:v>0.3593</c:v>
                </c:pt>
                <c:pt idx="676">
                  <c:v>0.3852</c:v>
                </c:pt>
                <c:pt idx="677">
                  <c:v>0.3713</c:v>
                </c:pt>
                <c:pt idx="678">
                  <c:v>0.3333</c:v>
                </c:pt>
                <c:pt idx="679">
                  <c:v>0.3621</c:v>
                </c:pt>
                <c:pt idx="680">
                  <c:v>0.3665</c:v>
                </c:pt>
                <c:pt idx="681">
                  <c:v>0.3412</c:v>
                </c:pt>
                <c:pt idx="682">
                  <c:v>0.3431</c:v>
                </c:pt>
                <c:pt idx="683">
                  <c:v>0.2607</c:v>
                </c:pt>
                <c:pt idx="684">
                  <c:v>0.2774</c:v>
                </c:pt>
                <c:pt idx="685">
                  <c:v>0.3597</c:v>
                </c:pt>
                <c:pt idx="686">
                  <c:v>0.3987</c:v>
                </c:pt>
                <c:pt idx="687">
                  <c:v>0.3061</c:v>
                </c:pt>
                <c:pt idx="688">
                  <c:v>0.3338</c:v>
                </c:pt>
                <c:pt idx="689">
                  <c:v>0.3278</c:v>
                </c:pt>
                <c:pt idx="690">
                  <c:v>0.3279</c:v>
                </c:pt>
                <c:pt idx="691">
                  <c:v>0.3613</c:v>
                </c:pt>
                <c:pt idx="692">
                  <c:v>0.3154</c:v>
                </c:pt>
                <c:pt idx="693">
                  <c:v>0.3463</c:v>
                </c:pt>
                <c:pt idx="694">
                  <c:v>0.3361</c:v>
                </c:pt>
                <c:pt idx="695">
                  <c:v>0.3414</c:v>
                </c:pt>
                <c:pt idx="696">
                  <c:v>0.3931</c:v>
                </c:pt>
                <c:pt idx="697">
                  <c:v>0.3167</c:v>
                </c:pt>
                <c:pt idx="698">
                  <c:v>0.3915</c:v>
                </c:pt>
                <c:pt idx="699">
                  <c:v>0.3169</c:v>
                </c:pt>
                <c:pt idx="700">
                  <c:v>0.3795</c:v>
                </c:pt>
                <c:pt idx="701">
                  <c:v>0.3557</c:v>
                </c:pt>
                <c:pt idx="702">
                  <c:v>0.2805</c:v>
                </c:pt>
                <c:pt idx="703">
                  <c:v>0.3138</c:v>
                </c:pt>
                <c:pt idx="704">
                  <c:v>0.3024</c:v>
                </c:pt>
                <c:pt idx="705">
                  <c:v>0.3224</c:v>
                </c:pt>
                <c:pt idx="706">
                  <c:v>0.2885</c:v>
                </c:pt>
                <c:pt idx="707">
                  <c:v>0.3446</c:v>
                </c:pt>
                <c:pt idx="708">
                  <c:v>0.3415</c:v>
                </c:pt>
                <c:pt idx="709">
                  <c:v>0.333</c:v>
                </c:pt>
                <c:pt idx="710">
                  <c:v>0.2994</c:v>
                </c:pt>
                <c:pt idx="711">
                  <c:v>0.2681</c:v>
                </c:pt>
                <c:pt idx="712">
                  <c:v>0.2833</c:v>
                </c:pt>
                <c:pt idx="713">
                  <c:v>0.3041</c:v>
                </c:pt>
                <c:pt idx="714">
                  <c:v>0.2974</c:v>
                </c:pt>
                <c:pt idx="715">
                  <c:v>0.2283</c:v>
                </c:pt>
                <c:pt idx="716">
                  <c:v>0.2473</c:v>
                </c:pt>
                <c:pt idx="717">
                  <c:v>0.3554</c:v>
                </c:pt>
                <c:pt idx="718">
                  <c:v>0.2617</c:v>
                </c:pt>
                <c:pt idx="719">
                  <c:v>0.3393</c:v>
                </c:pt>
                <c:pt idx="720">
                  <c:v>0.3078</c:v>
                </c:pt>
                <c:pt idx="721">
                  <c:v>0.4007</c:v>
                </c:pt>
                <c:pt idx="722">
                  <c:v>0.2352</c:v>
                </c:pt>
                <c:pt idx="723">
                  <c:v>0.2461</c:v>
                </c:pt>
                <c:pt idx="724">
                  <c:v>0.3165</c:v>
                </c:pt>
                <c:pt idx="725">
                  <c:v>0.3371</c:v>
                </c:pt>
                <c:pt idx="726">
                  <c:v>0.3788</c:v>
                </c:pt>
                <c:pt idx="727">
                  <c:v>0.4332</c:v>
                </c:pt>
                <c:pt idx="728">
                  <c:v>0.4694</c:v>
                </c:pt>
                <c:pt idx="729">
                  <c:v>0.4575</c:v>
                </c:pt>
                <c:pt idx="730">
                  <c:v>0.456</c:v>
                </c:pt>
                <c:pt idx="731">
                  <c:v>0.4822</c:v>
                </c:pt>
                <c:pt idx="732">
                  <c:v>0.4672</c:v>
                </c:pt>
                <c:pt idx="733">
                  <c:v>0.4873</c:v>
                </c:pt>
                <c:pt idx="734">
                  <c:v>0.4259</c:v>
                </c:pt>
                <c:pt idx="735">
                  <c:v>0.4585</c:v>
                </c:pt>
                <c:pt idx="736">
                  <c:v>0.468</c:v>
                </c:pt>
                <c:pt idx="737">
                  <c:v>0.4398</c:v>
                </c:pt>
                <c:pt idx="738">
                  <c:v>0.4175</c:v>
                </c:pt>
                <c:pt idx="739">
                  <c:v>0.3952</c:v>
                </c:pt>
                <c:pt idx="740">
                  <c:v>0.4313</c:v>
                </c:pt>
                <c:pt idx="741">
                  <c:v>0.3781</c:v>
                </c:pt>
                <c:pt idx="742">
                  <c:v>0.4312</c:v>
                </c:pt>
                <c:pt idx="743">
                  <c:v>0.4618</c:v>
                </c:pt>
                <c:pt idx="744">
                  <c:v>0.3525</c:v>
                </c:pt>
                <c:pt idx="745">
                  <c:v>0.4486</c:v>
                </c:pt>
                <c:pt idx="746">
                  <c:v>0.4558</c:v>
                </c:pt>
                <c:pt idx="747">
                  <c:v>0.408</c:v>
                </c:pt>
                <c:pt idx="748">
                  <c:v>0.4513</c:v>
                </c:pt>
                <c:pt idx="749">
                  <c:v>0.4652</c:v>
                </c:pt>
                <c:pt idx="750">
                  <c:v>0.4334</c:v>
                </c:pt>
                <c:pt idx="751">
                  <c:v>0.454</c:v>
                </c:pt>
                <c:pt idx="752">
                  <c:v>0.4297</c:v>
                </c:pt>
                <c:pt idx="753">
                  <c:v>0.4364</c:v>
                </c:pt>
                <c:pt idx="754">
                  <c:v>0.3739</c:v>
                </c:pt>
                <c:pt idx="755">
                  <c:v>0.4023</c:v>
                </c:pt>
                <c:pt idx="756">
                  <c:v>0.3741</c:v>
                </c:pt>
                <c:pt idx="757">
                  <c:v>0.3743</c:v>
                </c:pt>
                <c:pt idx="758">
                  <c:v>0.4106</c:v>
                </c:pt>
                <c:pt idx="759">
                  <c:v>0.3946</c:v>
                </c:pt>
                <c:pt idx="760">
                  <c:v>0.4041</c:v>
                </c:pt>
                <c:pt idx="761">
                  <c:v>0.4434</c:v>
                </c:pt>
                <c:pt idx="762">
                  <c:v>0.5852</c:v>
                </c:pt>
                <c:pt idx="763">
                  <c:v>0.5499</c:v>
                </c:pt>
                <c:pt idx="764">
                  <c:v>0.4811</c:v>
                </c:pt>
                <c:pt idx="765">
                  <c:v>0.5273</c:v>
                </c:pt>
                <c:pt idx="766">
                  <c:v>0.5087</c:v>
                </c:pt>
                <c:pt idx="767">
                  <c:v>0.4915</c:v>
                </c:pt>
                <c:pt idx="768">
                  <c:v>0.4162</c:v>
                </c:pt>
                <c:pt idx="769">
                  <c:v>0.4509</c:v>
                </c:pt>
                <c:pt idx="770">
                  <c:v>0.3569</c:v>
                </c:pt>
                <c:pt idx="771">
                  <c:v>0.418</c:v>
                </c:pt>
                <c:pt idx="772">
                  <c:v>0.4022</c:v>
                </c:pt>
                <c:pt idx="773">
                  <c:v>0.416</c:v>
                </c:pt>
                <c:pt idx="774">
                  <c:v>0.3198</c:v>
                </c:pt>
                <c:pt idx="775">
                  <c:v>0.4089</c:v>
                </c:pt>
                <c:pt idx="776">
                  <c:v>0.4466</c:v>
                </c:pt>
                <c:pt idx="777">
                  <c:v>0.4514</c:v>
                </c:pt>
                <c:pt idx="778">
                  <c:v>0.4295</c:v>
                </c:pt>
                <c:pt idx="779">
                  <c:v>0.4446</c:v>
                </c:pt>
                <c:pt idx="780">
                  <c:v>0.406</c:v>
                </c:pt>
                <c:pt idx="781">
                  <c:v>0.406</c:v>
                </c:pt>
                <c:pt idx="782">
                  <c:v>0.3318</c:v>
                </c:pt>
                <c:pt idx="783">
                  <c:v>0.4251</c:v>
                </c:pt>
                <c:pt idx="784">
                  <c:v>0.4097</c:v>
                </c:pt>
                <c:pt idx="785">
                  <c:v>0.4219</c:v>
                </c:pt>
                <c:pt idx="786">
                  <c:v>0.4161</c:v>
                </c:pt>
                <c:pt idx="787">
                  <c:v>0.4425</c:v>
                </c:pt>
                <c:pt idx="788">
                  <c:v>0.3606</c:v>
                </c:pt>
                <c:pt idx="789">
                  <c:v>0.4171</c:v>
                </c:pt>
                <c:pt idx="790">
                  <c:v>0.4019</c:v>
                </c:pt>
                <c:pt idx="791">
                  <c:v>0.4087</c:v>
                </c:pt>
                <c:pt idx="792">
                  <c:v>0.4136</c:v>
                </c:pt>
                <c:pt idx="793">
                  <c:v>0.3277</c:v>
                </c:pt>
                <c:pt idx="794">
                  <c:v>0.373</c:v>
                </c:pt>
                <c:pt idx="795">
                  <c:v>0.3977</c:v>
                </c:pt>
                <c:pt idx="796">
                  <c:v>0.3276</c:v>
                </c:pt>
                <c:pt idx="797">
                  <c:v>0.3831</c:v>
                </c:pt>
                <c:pt idx="798">
                  <c:v>0.3677</c:v>
                </c:pt>
                <c:pt idx="799">
                  <c:v>0.3304</c:v>
                </c:pt>
                <c:pt idx="800">
                  <c:v>0.3826</c:v>
                </c:pt>
                <c:pt idx="801">
                  <c:v>0.3229</c:v>
                </c:pt>
                <c:pt idx="802">
                  <c:v>0.3641</c:v>
                </c:pt>
                <c:pt idx="803">
                  <c:v>0.408</c:v>
                </c:pt>
                <c:pt idx="804">
                  <c:v>0.4017</c:v>
                </c:pt>
                <c:pt idx="805">
                  <c:v>0.3949</c:v>
                </c:pt>
                <c:pt idx="806">
                  <c:v>0.3738</c:v>
                </c:pt>
                <c:pt idx="807">
                  <c:v>0.3645</c:v>
                </c:pt>
                <c:pt idx="808">
                  <c:v>0.3734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tickLblSkip val="52"/>
      </c:catAx>
      <c:valAx>
        <c:axId val="2094734552"/>
        <c:scaling>
          <c:orientation val="minMax"/>
          <c:max val="0.7"/>
          <c:min val="0"/>
        </c:scaling>
        <c:delete val="0"/>
        <c:axPos val="l"/>
        <c:majorGridlines>
          <c:spPr>
            <a:ln w="6350"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0.1"/>
      </c:valAx>
      <c:spPr>
        <a:noFill/>
        <a:ln>
          <a:noFill/>
        </a:ln>
        <a:effectLst/>
      </c:spPr>
    </c:plotArea>
    <c:legend>
      <c:legendPos val="t"/>
      <c:overlay val="0"/>
      <c:txPr>
        <a:bodyPr/>
        <a:lstStyle/>
        <a:p>
          <a:pPr>
            <a:defRPr sz="10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2514E"/>
                </a:solidFill>
                <a:latin typeface="Calibri"/>
              </a:defRPr>
            </a:pPr>
            <a:r>
              <a:rPr sz="1200" b="0" i="0" u="none" strike="noStrike">
                <a:solidFill>
                  <a:srgbClr val="52514E"/>
                </a:solidFill>
                <a:latin typeface="Calibri"/>
              </a:rPr>
              <a:t>Share of tweets that are angry, given what you know</a:t>
            </a:r>
          </a:p>
        </c:rich>
      </c:tx>
      <c:layout/>
      <c:overlay val="0"/>
    </c:title>
    <c:autoTitleDeleted val="0"/>
    <c:plotArea>
      <c:layout/>
      <c:barChart>
        <c:barDir val="bar"/>
        <c:grouping val="clustered"/>
        <c:varyColors val="0"/>
        <c:ser>
          <c:idx val="0"/>
          <c:order val="0"/>
          <c:tx>
            <c:strRef>
              <c:f>Sheet1!$B$1</c:f>
              <c:strCache>
                <c:ptCount val="1"/>
                <c:pt idx="0">
                  <c:v>P(angry)</c:v>
                </c:pt>
              </c:strCache>
            </c:strRef>
          </c:tx>
          <c:spPr>
            <a:solidFill>
              <a:srgbClr val="0B0B0B"/>
            </a:solidFill>
            <a:effectLst/>
          </c:spPr>
          <c:invertIfNegative val="0"/>
          <c:dLbls>
            <c:numFmt formatCode="0&quot;%&quot;" sourceLinked="0"/>
            <c:txPr>
              <a:bodyPr/>
              <a:lstStyle/>
              <a:p>
                <a:pPr>
                  <a:defRPr b="0" i="0" strike="noStrike" sz="1000" u="none">
                    <a:solidFill>
                      <a:srgbClr val="52514E"/>
                    </a:solidFill>
                    <a:latin typeface="Arial"/>
                  </a:defRPr>
                </a:pPr>
              </a:p>
            </c:txPr>
            <c:showLegendKey val="0"/>
            <c:showVal val="1"/>
            <c:showCatName val="0"/>
            <c:showSerName val="0"/>
            <c:showPercent val="0"/>
            <c:showBubbleSize val="0"/>
            <c:showLeaderLines val="0"/>
          </c:dLbls>
          <c:cat>
            <c:multiLvlStrRef>
              <c:f>Sheet1!$A$2:$A$7</c:f>
              <c:multiLvlStrCache>
                <c:ptCount val="6"/>
                <c:lvl>
                  <c:pt idx="0">
                    <c:v>Nothing</c:v>
                  </c:pt>
                  <c:pt idx="1">
                    <c:v>It's a Democrat</c:v>
                  </c:pt>
                  <c:pt idx="2">
                    <c:v>It's 12 to 4 am</c:v>
                  </c:pt>
                  <c:pt idx="3">
                    <c:v>A Democrat, Trump's 2nd term</c:v>
                  </c:pt>
                  <c:pt idx="4">
                    <c:v>and it's working hours</c:v>
                  </c:pt>
                  <c:pt idx="5">
                    <c:v>and it's Chris Van Hollen</c:v>
                  </c:pt>
                </c:lvl>
              </c:multiLvlStrCache>
            </c:multiLvlStrRef>
          </c:cat>
          <c:val>
            <c:numRef>
              <c:f>Sheet1!$B$2:$B$7</c:f>
              <c:numCache>
                <c:formatCode>General</c:formatCode>
                <c:ptCount val="6"/>
                <c:pt idx="0">
                  <c:v>29.3</c:v>
                </c:pt>
                <c:pt idx="1">
                  <c:v>28.7</c:v>
                </c:pt>
                <c:pt idx="2">
                  <c:v>37.5</c:v>
                </c:pt>
                <c:pt idx="3">
                  <c:v>51.8</c:v>
                </c:pt>
                <c:pt idx="4">
                  <c:v>52.1</c:v>
                </c:pt>
                <c:pt idx="5">
                  <c:v>90.3</c:v>
                </c:pt>
              </c:numCache>
            </c:numRef>
          </c:val>
        </c:ser>
        <c:dLbls>
          <c:numFmt formatCode="0&quot;%&quot;" sourceLinked="0"/>
          <c:txPr>
            <a:bodyPr/>
            <a:lstStyle/>
            <a:p>
              <a:pPr>
                <a:defRPr b="0" i="0" strike="noStrike" sz="1000" u="none">
                  <a:solidFill>
                    <a:srgbClr val="52514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1E0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Calibri"/>
              </a:defRPr>
            </a:pPr>
            <a:r>
              <a:rPr sz="1100" b="0" i="0" u="none" strike="noStrike">
                <a:solidFill>
                  <a:srgbClr val="52514E"/>
                </a:solidFill>
                <a:latin typeface="Calibri"/>
              </a:rPr>
              <a:t>Polarizing tweets: angry or disgusted, aimed at the other party</a:t>
            </a:r>
          </a:p>
        </c:rich>
      </c:tx>
      <c:layout/>
      <c:overlay val="0"/>
    </c:title>
    <c:autoTitleDeleted val="0"/>
    <c:plotArea>
      <c:layout/>
      <c:lineChart>
        <c:varyColors val="0"/>
        <c:ser>
          <c:idx val="0"/>
          <c:order val="0"/>
          <c:tx>
            <c:strRef>
              <c:f>Sheet1!$B$1</c:f>
              <c:strCache>
                <c:ptCount val="1"/>
                <c:pt idx="0">
                  <c:v>Democrats, polarizing</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6.4</c:v>
                </c:pt>
                <c:pt idx="1">
                  <c:v>4</c:v>
                </c:pt>
                <c:pt idx="2">
                  <c:v>3</c:v>
                </c:pt>
                <c:pt idx="3">
                  <c:v>1.9</c:v>
                </c:pt>
                <c:pt idx="4">
                  <c:v>2.3</c:v>
                </c:pt>
                <c:pt idx="5">
                  <c:v>3</c:v>
                </c:pt>
                <c:pt idx="6">
                  <c:v>17.5</c:v>
                </c:pt>
                <c:pt idx="7">
                  <c:v>17.1</c:v>
                </c:pt>
                <c:pt idx="8">
                  <c:v>13.3</c:v>
                </c:pt>
                <c:pt idx="9">
                  <c:v>11.7</c:v>
                </c:pt>
                <c:pt idx="10">
                  <c:v>5</c:v>
                </c:pt>
                <c:pt idx="11">
                  <c:v>5.5</c:v>
                </c:pt>
                <c:pt idx="12">
                  <c:v>10.4</c:v>
                </c:pt>
                <c:pt idx="13">
                  <c:v>9.5</c:v>
                </c:pt>
                <c:pt idx="14">
                  <c:v>34.6</c:v>
                </c:pt>
                <c:pt idx="15">
                  <c:v>28.4</c:v>
                </c:pt>
              </c:numCache>
            </c:numRef>
          </c:val>
          <c:smooth val="0"/>
        </c:ser>
        <c:ser>
          <c:idx val="1"/>
          <c:order val="1"/>
          <c:tx>
            <c:strRef>
              <c:f>Sheet1!$C$1</c:f>
              <c:strCache>
                <c:ptCount val="1"/>
                <c:pt idx="0">
                  <c:v>Republicans, polarizing</c:v>
                </c:pt>
              </c:strCache>
            </c:strRef>
          </c:tx>
          <c:spPr>
            <a:solidFill>
              <a:srgbClr val="E34948"/>
            </a:solidFill>
            <a:ln w="31750" cap="flat">
              <a:solidFill>
                <a:srgbClr val="E349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34948"/>
              </a:solidFill>
              <a:ln w="9525" cap="flat">
                <a:solidFill>
                  <a:srgbClr val="E34948"/>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3.9</c:v>
                </c:pt>
                <c:pt idx="1">
                  <c:v>6.4</c:v>
                </c:pt>
                <c:pt idx="2">
                  <c:v>10.4</c:v>
                </c:pt>
                <c:pt idx="3">
                  <c:v>6.3</c:v>
                </c:pt>
                <c:pt idx="4">
                  <c:v>3.2</c:v>
                </c:pt>
                <c:pt idx="5">
                  <c:v>3.2</c:v>
                </c:pt>
                <c:pt idx="6">
                  <c:v>1.9</c:v>
                </c:pt>
                <c:pt idx="7">
                  <c:v>2.5</c:v>
                </c:pt>
                <c:pt idx="8">
                  <c:v>9.4</c:v>
                </c:pt>
                <c:pt idx="9">
                  <c:v>9</c:v>
                </c:pt>
                <c:pt idx="10">
                  <c:v>23.5</c:v>
                </c:pt>
                <c:pt idx="11">
                  <c:v>25.3</c:v>
                </c:pt>
                <c:pt idx="12">
                  <c:v>20.4</c:v>
                </c:pt>
                <c:pt idx="13">
                  <c:v>21.4</c:v>
                </c:pt>
                <c:pt idx="14">
                  <c:v>13</c:v>
                </c:pt>
                <c:pt idx="15">
                  <c:v>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10"/>
      </c:valAx>
      <c:spPr>
        <a:noFill/>
        <a:ln>
          <a:noFill/>
        </a:ln>
        <a:effectLst/>
      </c:spPr>
    </c:plotArea>
    <c:legend>
      <c:legendPos val="t"/>
      <c:overlay val="0"/>
      <c:txPr>
        <a:bodyPr/>
        <a:lstStyle/>
        <a:p>
          <a:pPr>
            <a:defRPr sz="10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Calibri"/>
              </a:defRPr>
            </a:pPr>
            <a:r>
              <a:rPr sz="1100" b="0" i="0" u="none" strike="noStrike">
                <a:solidFill>
                  <a:srgbClr val="52514E"/>
                </a:solidFill>
                <a:latin typeface="Calibri"/>
              </a:rPr>
              <a:t>Civic unity tweets: positive, and explicitly cross-party</a:t>
            </a:r>
          </a:p>
        </c:rich>
      </c:tx>
      <c:layout/>
      <c:overlay val="0"/>
    </c:title>
    <c:autoTitleDeleted val="0"/>
    <c:plotArea>
      <c:layout/>
      <c:lineChart>
        <c:varyColors val="0"/>
        <c:ser>
          <c:idx val="0"/>
          <c:order val="0"/>
          <c:tx>
            <c:strRef>
              <c:f>Sheet1!$B$1</c:f>
              <c:strCache>
                <c:ptCount val="1"/>
                <c:pt idx="0">
                  <c:v>Democrats, civic unity</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5"/>
            <c:spPr>
              <a:solidFill>
                <a:srgbClr val="2A78D6"/>
              </a:solidFill>
              <a:ln w="9525" cap="flat">
                <a:solidFill>
                  <a:srgbClr val="2A78D6"/>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1.3</c:v>
                </c:pt>
                <c:pt idx="1">
                  <c:v>1.6</c:v>
                </c:pt>
                <c:pt idx="2">
                  <c:v>2.5</c:v>
                </c:pt>
                <c:pt idx="3">
                  <c:v>1.6</c:v>
                </c:pt>
                <c:pt idx="4">
                  <c:v>2.1</c:v>
                </c:pt>
                <c:pt idx="5">
                  <c:v>1.7</c:v>
                </c:pt>
                <c:pt idx="6">
                  <c:v>2</c:v>
                </c:pt>
                <c:pt idx="7">
                  <c:v>3.2</c:v>
                </c:pt>
                <c:pt idx="8">
                  <c:v>3.7</c:v>
                </c:pt>
                <c:pt idx="9">
                  <c:v>3.4</c:v>
                </c:pt>
                <c:pt idx="10">
                  <c:v>4.7</c:v>
                </c:pt>
                <c:pt idx="11">
                  <c:v>5.5</c:v>
                </c:pt>
                <c:pt idx="12">
                  <c:v>5.4</c:v>
                </c:pt>
                <c:pt idx="13">
                  <c:v>5.6</c:v>
                </c:pt>
                <c:pt idx="14">
                  <c:v>2.7</c:v>
                </c:pt>
                <c:pt idx="15">
                  <c:v>2.6</c:v>
                </c:pt>
              </c:numCache>
            </c:numRef>
          </c:val>
          <c:smooth val="0"/>
        </c:ser>
        <c:ser>
          <c:idx val="1"/>
          <c:order val="1"/>
          <c:tx>
            <c:strRef>
              <c:f>Sheet1!$C$1</c:f>
              <c:strCache>
                <c:ptCount val="1"/>
                <c:pt idx="0">
                  <c:v>Republicans, civic unity</c:v>
                </c:pt>
              </c:strCache>
            </c:strRef>
          </c:tx>
          <c:spPr>
            <a:solidFill>
              <a:srgbClr val="E34948"/>
            </a:solidFill>
            <a:ln w="31750" cap="flat">
              <a:solidFill>
                <a:srgbClr val="E349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5"/>
            <c:spPr>
              <a:solidFill>
                <a:srgbClr val="E34948"/>
              </a:solidFill>
              <a:ln w="9525" cap="flat">
                <a:solidFill>
                  <a:srgbClr val="E34948"/>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0.8</c:v>
                </c:pt>
                <c:pt idx="1">
                  <c:v>1.2</c:v>
                </c:pt>
                <c:pt idx="2">
                  <c:v>1.3</c:v>
                </c:pt>
                <c:pt idx="3">
                  <c:v>1.4</c:v>
                </c:pt>
                <c:pt idx="4">
                  <c:v>1.7</c:v>
                </c:pt>
                <c:pt idx="5">
                  <c:v>1.6</c:v>
                </c:pt>
                <c:pt idx="6">
                  <c:v>2.4</c:v>
                </c:pt>
                <c:pt idx="7">
                  <c:v>4.2</c:v>
                </c:pt>
                <c:pt idx="8">
                  <c:v>4.2</c:v>
                </c:pt>
                <c:pt idx="9">
                  <c:v>3.6</c:v>
                </c:pt>
                <c:pt idx="10">
                  <c:v>3</c:v>
                </c:pt>
                <c:pt idx="11">
                  <c:v>2.2</c:v>
                </c:pt>
                <c:pt idx="12">
                  <c:v>2.8</c:v>
                </c:pt>
                <c:pt idx="13">
                  <c:v>2.6</c:v>
                </c:pt>
                <c:pt idx="14">
                  <c:v>2.5</c:v>
                </c:pt>
                <c:pt idx="15">
                  <c:v>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0D9"/>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0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Calibri"/>
              </a:defRPr>
            </a:pPr>
            <a:r>
              <a:rPr sz="1100" b="0" i="0" u="none" strike="noStrike">
                <a:solidFill>
                  <a:srgbClr val="52514E"/>
                </a:solidFill>
                <a:latin typeface="Calibri"/>
              </a:rPr>
              <a:t>How far apart the parties feel (distance between 11-emotion profiles)</a:t>
            </a:r>
          </a:p>
        </c:rich>
      </c:tx>
      <c:layout/>
      <c:overlay val="0"/>
    </c:title>
    <c:autoTitleDeleted val="0"/>
    <c:plotArea>
      <c:layout/>
      <c:lineChart>
        <c:varyColors val="0"/>
        <c:ser>
          <c:idx val="0"/>
          <c:order val="0"/>
          <c:tx>
            <c:strRef>
              <c:f>Sheet1!$B$1</c:f>
              <c:strCache>
                <c:ptCount val="1"/>
                <c:pt idx="0">
                  <c:v>distance</c:v>
                </c:pt>
              </c:strCache>
            </c:strRef>
          </c:tx>
          <c:spPr>
            <a:solidFill>
              <a:srgbClr val="0B0B0B"/>
            </a:solidFill>
            <a:ln w="31750" cap="flat">
              <a:solidFill>
                <a:srgbClr val="0B0B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0B0B"/>
              </a:solidFill>
              <a:ln w="9525" cap="flat">
                <a:solidFill>
                  <a:srgbClr val="0B0B0B"/>
                </a:solidFill>
                <a:prstDash val="solid"/>
                <a:round/>
              </a:ln>
              <a:effectLst/>
            </c:spPr>
          </c:marker>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0.0629</c:v>
                </c:pt>
                <c:pt idx="1">
                  <c:v>0.1353</c:v>
                </c:pt>
                <c:pt idx="2">
                  <c:v>0.1613</c:v>
                </c:pt>
                <c:pt idx="3">
                  <c:v>0.1365</c:v>
                </c:pt>
                <c:pt idx="4">
                  <c:v>0.0816</c:v>
                </c:pt>
                <c:pt idx="5">
                  <c:v>0.0835</c:v>
                </c:pt>
                <c:pt idx="6">
                  <c:v>0.4653</c:v>
                </c:pt>
                <c:pt idx="7">
                  <c:v>0.4394</c:v>
                </c:pt>
                <c:pt idx="8">
                  <c:v>0.1599</c:v>
                </c:pt>
                <c:pt idx="9">
                  <c:v>0.127</c:v>
                </c:pt>
                <c:pt idx="10">
                  <c:v>0.3926</c:v>
                </c:pt>
                <c:pt idx="11">
                  <c:v>0.4038</c:v>
                </c:pt>
                <c:pt idx="12">
                  <c:v>0.2677</c:v>
                </c:pt>
                <c:pt idx="13">
                  <c:v>0.353</c:v>
                </c:pt>
                <c:pt idx="14">
                  <c:v>0.3122</c:v>
                </c:pt>
                <c:pt idx="15">
                  <c:v>0.2926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2"/>
        <c:crosses val="autoZero"/>
        <c:auto val="1"/>
        <c:lblAlgn val="ctr"/>
        <c:noMultiLvlLbl val="1"/>
      </c:catAx>
      <c:valAx>
        <c:axId val="2094734552"/>
        <c:scaling>
          <c:orientation val="minMax"/>
          <c:max val="0.5"/>
          <c:min val="0"/>
        </c:scaling>
        <c:delete val="0"/>
        <c:axPos val="l"/>
        <c:majorGridlines>
          <c:spPr>
            <a:ln w="6350"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Calibri"/>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F7B98"/>
        </a:solidFill>
      </p:bgPr>
    </p:bg>
    <p:spTree>
      <p:nvGrpSpPr>
        <p:cNvPr id="1" name=""/>
        <p:cNvGrpSpPr/>
        <p:nvPr/>
      </p:nvGrpSpPr>
      <p:grpSpPr>
        <a:xfrm>
          <a:off x="0" y="0"/>
          <a:ext cx="0" cy="0"/>
          <a:chOff x="0" y="0"/>
          <a:chExt cx="0" cy="0"/>
        </a:xfrm>
      </p:grpSpPr>
      <p:sp>
        <p:nvSpPr>
          <p:cNvPr id="2" name="Text 0"/>
          <p:cNvSpPr txBox="1"/>
          <p:nvPr/>
        </p:nvSpPr>
        <p:spPr>
          <a:xfrm>
            <a:off x="548640" y="822960"/>
            <a:ext cx="7315200" cy="365760"/>
          </a:xfrm>
          <a:prstGeom prst="rect">
            <a:avLst/>
          </a:prstGeom>
          <a:noFill/>
          <a:ln/>
        </p:spPr>
        <p:txBody>
          <a:bodyPr wrap="square" lIns="0" tIns="0" rIns="0" bIns="0" rtlCol="0" anchor="ctr"/>
          <a:lstStyle/>
          <a:p>
            <a:pPr indent="0" marL="0">
              <a:buNone/>
            </a:pPr>
            <a:r>
              <a:rPr lang="en-US" sz="1200" spc="200" kern="0" dirty="0">
                <a:solidFill>
                  <a:srgbClr val="DFE3EC"/>
                </a:solidFill>
                <a:latin typeface="Calibri" pitchFamily="34" charset="0"/>
                <a:ea typeface="Calibri" pitchFamily="34" charset="-122"/>
                <a:cs typeface="Calibri" pitchFamily="34" charset="-120"/>
              </a:rPr>
              <a:t>HOPHACKS 2026  ·  CONGRESS ON TWITTER, 2011 TO 2026</a:t>
            </a:r>
            <a:endParaRPr lang="en-US" sz="1200" dirty="0"/>
          </a:p>
        </p:txBody>
      </p:sp>
      <p:sp>
        <p:nvSpPr>
          <p:cNvPr id="3" name="Text 1"/>
          <p:cNvSpPr txBox="1"/>
          <p:nvPr/>
        </p:nvSpPr>
        <p:spPr>
          <a:xfrm>
            <a:off x="548640" y="1371600"/>
            <a:ext cx="6583680" cy="2377440"/>
          </a:xfrm>
          <a:prstGeom prst="rect">
            <a:avLst/>
          </a:prstGeom>
          <a:noFill/>
          <a:ln/>
        </p:spPr>
        <p:txBody>
          <a:bodyPr wrap="square" lIns="0" tIns="0" rIns="0" bIns="0" rtlCol="0" anchor="ctr"/>
          <a:lstStyle/>
          <a:p>
            <a:pPr indent="0" marL="0">
              <a:lnSpc>
                <a:spcPct val="95000"/>
              </a:lnSpc>
              <a:buNone/>
            </a:pPr>
            <a:r>
              <a:rPr lang="en-US" sz="6000" b="1" dirty="0">
                <a:solidFill>
                  <a:srgbClr val="FFFFFF"/>
                </a:solidFill>
                <a:latin typeface="Cambria" pitchFamily="34" charset="0"/>
                <a:ea typeface="Cambria" pitchFamily="34" charset="-122"/>
                <a:cs typeface="Cambria" pitchFamily="34" charset="-120"/>
              </a:rPr>
              <a:t>What's making</a:t>
            </a:r>
            <a:endParaRPr lang="en-US" sz="6000" dirty="0"/>
          </a:p>
          <a:p>
            <a:pPr indent="0" marL="0">
              <a:lnSpc>
                <a:spcPct val="95000"/>
              </a:lnSpc>
              <a:buNone/>
            </a:pPr>
            <a:r>
              <a:rPr lang="en-US" sz="6000" b="1" dirty="0">
                <a:solidFill>
                  <a:srgbClr val="FFFFFF"/>
                </a:solidFill>
                <a:latin typeface="Cambria" pitchFamily="34" charset="0"/>
                <a:ea typeface="Cambria" pitchFamily="34" charset="-122"/>
                <a:cs typeface="Cambria" pitchFamily="34" charset="-120"/>
              </a:rPr>
              <a:t>US angry?</a:t>
            </a:r>
            <a:endParaRPr lang="en-US" sz="6000" dirty="0"/>
          </a:p>
        </p:txBody>
      </p:sp>
      <p:sp>
        <p:nvSpPr>
          <p:cNvPr id="4" name="Text 2"/>
          <p:cNvSpPr txBox="1"/>
          <p:nvPr/>
        </p:nvSpPr>
        <p:spPr>
          <a:xfrm>
            <a:off x="548640" y="3931920"/>
            <a:ext cx="6035040" cy="1280160"/>
          </a:xfrm>
          <a:prstGeom prst="rect">
            <a:avLst/>
          </a:prstGeom>
          <a:noFill/>
          <a:ln/>
        </p:spPr>
        <p:txBody>
          <a:bodyPr wrap="square" lIns="0" tIns="0" rIns="0" bIns="0" rtlCol="0" anchor="t"/>
          <a:lstStyle/>
          <a:p>
            <a:pPr indent="0" marL="0">
              <a:buNone/>
            </a:pPr>
            <a:r>
              <a:rPr lang="en-US" sz="1700" dirty="0">
                <a:solidFill>
                  <a:srgbClr val="EEF1F7"/>
                </a:solidFill>
                <a:latin typeface="Calibri" pitchFamily="34" charset="0"/>
                <a:ea typeface="Calibri" pitchFamily="34" charset="-122"/>
                <a:cs typeface="Calibri" pitchFamily="34" charset="-120"/>
              </a:rPr>
              <a:t>4.8 million tweets, one finding: anger in Congress isn't an opinion. It's a jersey you put on when your side loses the White House.</a:t>
            </a:r>
            <a:endParaRPr lang="en-US" sz="1700" dirty="0"/>
          </a:p>
        </p:txBody>
      </p:sp>
      <p:sp>
        <p:nvSpPr>
          <p:cNvPr id="5" name="Text 3"/>
          <p:cNvSpPr txBox="1"/>
          <p:nvPr/>
        </p:nvSpPr>
        <p:spPr>
          <a:xfrm>
            <a:off x="548640" y="5943600"/>
            <a:ext cx="6400800" cy="365760"/>
          </a:xfrm>
          <a:prstGeom prst="rect">
            <a:avLst/>
          </a:prstGeom>
          <a:noFill/>
          <a:ln/>
        </p:spPr>
        <p:txBody>
          <a:bodyPr wrap="square" lIns="0" tIns="0" rIns="0" bIns="0" rtlCol="0" anchor="ctr"/>
          <a:lstStyle/>
          <a:p>
            <a:pPr indent="0" marL="0">
              <a:buNone/>
            </a:pPr>
            <a:r>
              <a:rPr lang="en-US" sz="1100" dirty="0">
                <a:solidFill>
                  <a:srgbClr val="CFD5E3"/>
                </a:solidFill>
                <a:latin typeface="Courier New" pitchFamily="34" charset="0"/>
                <a:ea typeface="Courier New" pitchFamily="34" charset="-122"/>
                <a:cs typeface="Courier New" pitchFamily="34" charset="-120"/>
              </a:rPr>
              <a:t>github.com/biniyam112/hophacks-congress-anger</a:t>
            </a:r>
            <a:endParaRPr lang="en-US" sz="1100" dirty="0"/>
          </a:p>
        </p:txBody>
      </p:sp>
      <p:graphicFrame>
        <p:nvGraphicFramePr>
          <p:cNvPr id="6" name="Chart 0" descr=""/>
          <p:cNvGraphicFramePr/>
          <p:nvPr/>
        </p:nvGraphicFramePr>
        <p:xfrm>
          <a:off x="6858000" y="1188720"/>
          <a:ext cx="4846320" cy="3108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0" y="4343400"/>
            <a:ext cx="4846320" cy="457200"/>
          </a:xfrm>
          <a:prstGeom prst="rect">
            <a:avLst/>
          </a:prstGeom>
          <a:noFill/>
          <a:ln/>
        </p:spPr>
        <p:txBody>
          <a:bodyPr wrap="square" lIns="0" tIns="0" rIns="0" bIns="0" rtlCol="0" anchor="ctr"/>
          <a:lstStyle/>
          <a:p>
            <a:pPr indent="0" marL="0">
              <a:buNone/>
            </a:pPr>
            <a:r>
              <a:rPr lang="en-US" sz="1050" i="1" dirty="0">
                <a:solidFill>
                  <a:srgbClr val="DFE3EC"/>
                </a:solidFill>
                <a:latin typeface="Calibri" pitchFamily="34" charset="0"/>
                <a:ea typeface="Calibri" pitchFamily="34" charset="-122"/>
                <a:cs typeface="Calibri" pitchFamily="34" charset="-120"/>
              </a:rPr>
              <a:t>Mean anger score by party, 2011 to 2026. The lines cross at every inauguration.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THE QUESTION</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Where does political anger actually live?</a:t>
            </a:r>
            <a:endParaRPr lang="en-US" sz="3400" dirty="0"/>
          </a:p>
        </p:txBody>
      </p:sp>
      <p:sp>
        <p:nvSpPr>
          <p:cNvPr id="4" name="Text 2"/>
          <p:cNvSpPr txBox="1"/>
          <p:nvPr/>
        </p:nvSpPr>
        <p:spPr>
          <a:xfrm>
            <a:off x="548640" y="1463040"/>
            <a:ext cx="5760720" cy="2194560"/>
          </a:xfrm>
          <a:prstGeom prst="rect">
            <a:avLst/>
          </a:prstGeom>
          <a:noFill/>
          <a:ln/>
        </p:spPr>
        <p:txBody>
          <a:bodyPr wrap="square" lIns="0" tIns="0" rIns="0" bIns="0" rtlCol="0" anchor="t"/>
          <a:lstStyle/>
          <a:p>
            <a:pPr indent="0" marL="0">
              <a:buNone/>
            </a:pPr>
            <a:r>
              <a:rPr lang="en-US" sz="1500" dirty="0">
                <a:solidFill>
                  <a:srgbClr val="52514E"/>
                </a:solidFill>
                <a:latin typeface="Calibri" pitchFamily="34" charset="0"/>
                <a:ea typeface="Calibri" pitchFamily="34" charset="-122"/>
                <a:cs typeface="Calibri" pitchFamily="34" charset="-120"/>
              </a:rPr>
              <a:t>Political anger online is usually described with an anecdote or a single trend line. Neither tells you the mechanism. Is anger a property of people (temperament, age), of time (hours, seasons, elections), of position (in power or out of it), or of the medium (a retweet or a call-out)?</a:t>
            </a:r>
            <a:endParaRPr lang="en-US" sz="1500" dirty="0"/>
          </a:p>
        </p:txBody>
      </p:sp>
      <p:sp>
        <p:nvSpPr>
          <p:cNvPr id="5" name="Text 3"/>
          <p:cNvSpPr txBox="1"/>
          <p:nvPr/>
        </p:nvSpPr>
        <p:spPr>
          <a:xfrm>
            <a:off x="548640" y="3703320"/>
            <a:ext cx="5760720" cy="82296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We treat anger as a memetic phenomenon, something that spreads and clusters, and try to locate it.</a:t>
            </a:r>
            <a:endParaRPr lang="en-US" sz="1500" dirty="0"/>
          </a:p>
        </p:txBody>
      </p:sp>
      <p:sp>
        <p:nvSpPr>
          <p:cNvPr id="6" name="Text 4"/>
          <p:cNvSpPr txBox="1"/>
          <p:nvPr/>
        </p:nvSpPr>
        <p:spPr>
          <a:xfrm>
            <a:off x="548640" y="4572000"/>
            <a:ext cx="5760720" cy="822960"/>
          </a:xfrm>
          <a:prstGeom prst="rect">
            <a:avLst/>
          </a:prstGeom>
          <a:noFill/>
          <a:ln/>
        </p:spPr>
        <p:txBody>
          <a:bodyPr wrap="square" lIns="0" tIns="0" rIns="0" bIns="0" rtlCol="0" anchor="t"/>
          <a:lstStyle/>
          <a:p>
            <a:pPr indent="0" marL="0">
              <a:buNone/>
            </a:pPr>
            <a:r>
              <a:rPr lang="en-US" sz="1800" i="1" dirty="0">
                <a:solidFill>
                  <a:srgbClr val="EB6834"/>
                </a:solidFill>
                <a:latin typeface="Cambria" pitchFamily="34" charset="0"/>
                <a:ea typeface="Cambria" pitchFamily="34" charset="-122"/>
                <a:cs typeface="Cambria" pitchFamily="34" charset="-120"/>
              </a:rPr>
              <a:t>Given a tweet from a member of Congress, what predicts that it is angry, and how well?</a:t>
            </a:r>
            <a:endParaRPr lang="en-US" sz="1800" dirty="0"/>
          </a:p>
        </p:txBody>
      </p:sp>
      <p:sp>
        <p:nvSpPr>
          <p:cNvPr id="7" name="Shape 5"/>
          <p:cNvSpPr/>
          <p:nvPr/>
        </p:nvSpPr>
        <p:spPr>
          <a:xfrm>
            <a:off x="6766560" y="1463040"/>
            <a:ext cx="4846320" cy="777240"/>
          </a:xfrm>
          <a:prstGeom prst="roundRect">
            <a:avLst>
              <a:gd name="adj" fmla="val 9412"/>
            </a:avLst>
          </a:prstGeom>
          <a:solidFill>
            <a:srgbClr val="F1F0EC"/>
          </a:solidFill>
          <a:ln w="12700">
            <a:solidFill>
              <a:srgbClr val="F1F0EC"/>
            </a:solidFill>
            <a:prstDash val="solid"/>
          </a:ln>
        </p:spPr>
      </p:sp>
      <p:sp>
        <p:nvSpPr>
          <p:cNvPr id="8" name="Text 6"/>
          <p:cNvSpPr txBox="1"/>
          <p:nvPr/>
        </p:nvSpPr>
        <p:spPr>
          <a:xfrm>
            <a:off x="6949440" y="1554480"/>
            <a:ext cx="1737360" cy="594360"/>
          </a:xfrm>
          <a:prstGeom prst="rect">
            <a:avLst/>
          </a:prstGeom>
          <a:noFill/>
          <a:ln/>
        </p:spPr>
        <p:txBody>
          <a:bodyPr wrap="square" lIns="0" tIns="0" rIns="0" bIns="0" rtlCol="0" anchor="ctr"/>
          <a:lstStyle/>
          <a:p>
            <a:pPr indent="0" marL="0">
              <a:buNone/>
            </a:pPr>
            <a:r>
              <a:rPr lang="en-US" sz="1600" b="1" dirty="0">
                <a:solidFill>
                  <a:srgbClr val="0B0B0B"/>
                </a:solidFill>
                <a:latin typeface="Cambria" pitchFamily="34" charset="0"/>
                <a:ea typeface="Cambria" pitchFamily="34" charset="-122"/>
                <a:cs typeface="Cambria" pitchFamily="34" charset="-120"/>
              </a:rPr>
              <a:t>When</a:t>
            </a:r>
            <a:endParaRPr lang="en-US" sz="1600" dirty="0"/>
          </a:p>
        </p:txBody>
      </p:sp>
      <p:sp>
        <p:nvSpPr>
          <p:cNvPr id="9" name="Text 7"/>
          <p:cNvSpPr txBox="1"/>
          <p:nvPr/>
        </p:nvSpPr>
        <p:spPr>
          <a:xfrm>
            <a:off x="8686800" y="1554480"/>
            <a:ext cx="2834640" cy="5943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hour, month, election cycle</a:t>
            </a:r>
            <a:endParaRPr lang="en-US" sz="1250" dirty="0"/>
          </a:p>
        </p:txBody>
      </p:sp>
      <p:sp>
        <p:nvSpPr>
          <p:cNvPr id="10" name="Shape 8"/>
          <p:cNvSpPr/>
          <p:nvPr/>
        </p:nvSpPr>
        <p:spPr>
          <a:xfrm>
            <a:off x="6766560" y="2377440"/>
            <a:ext cx="4846320" cy="777240"/>
          </a:xfrm>
          <a:prstGeom prst="roundRect">
            <a:avLst>
              <a:gd name="adj" fmla="val 9412"/>
            </a:avLst>
          </a:prstGeom>
          <a:solidFill>
            <a:srgbClr val="F1F0EC"/>
          </a:solidFill>
          <a:ln w="12700">
            <a:solidFill>
              <a:srgbClr val="F1F0EC"/>
            </a:solidFill>
            <a:prstDash val="solid"/>
          </a:ln>
        </p:spPr>
      </p:sp>
      <p:sp>
        <p:nvSpPr>
          <p:cNvPr id="11" name="Text 9"/>
          <p:cNvSpPr txBox="1"/>
          <p:nvPr/>
        </p:nvSpPr>
        <p:spPr>
          <a:xfrm>
            <a:off x="6949440" y="2468880"/>
            <a:ext cx="1737360" cy="594360"/>
          </a:xfrm>
          <a:prstGeom prst="rect">
            <a:avLst/>
          </a:prstGeom>
          <a:noFill/>
          <a:ln/>
        </p:spPr>
        <p:txBody>
          <a:bodyPr wrap="square" lIns="0" tIns="0" rIns="0" bIns="0" rtlCol="0" anchor="ctr"/>
          <a:lstStyle/>
          <a:p>
            <a:pPr indent="0" marL="0">
              <a:buNone/>
            </a:pPr>
            <a:r>
              <a:rPr lang="en-US" sz="1600" b="1" dirty="0">
                <a:solidFill>
                  <a:srgbClr val="0B0B0B"/>
                </a:solidFill>
                <a:latin typeface="Cambria" pitchFamily="34" charset="0"/>
                <a:ea typeface="Cambria" pitchFamily="34" charset="-122"/>
                <a:cs typeface="Cambria" pitchFamily="34" charset="-120"/>
              </a:rPr>
              <a:t>Who</a:t>
            </a:r>
            <a:endParaRPr lang="en-US" sz="1600" dirty="0"/>
          </a:p>
        </p:txBody>
      </p:sp>
      <p:sp>
        <p:nvSpPr>
          <p:cNvPr id="12" name="Text 10"/>
          <p:cNvSpPr txBox="1"/>
          <p:nvPr/>
        </p:nvSpPr>
        <p:spPr>
          <a:xfrm>
            <a:off x="8686800" y="2468880"/>
            <a:ext cx="2834640" cy="5943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party, person, age, volume</a:t>
            </a:r>
            <a:endParaRPr lang="en-US" sz="1250" dirty="0"/>
          </a:p>
        </p:txBody>
      </p:sp>
      <p:sp>
        <p:nvSpPr>
          <p:cNvPr id="13" name="Shape 11"/>
          <p:cNvSpPr/>
          <p:nvPr/>
        </p:nvSpPr>
        <p:spPr>
          <a:xfrm>
            <a:off x="6766560" y="3291840"/>
            <a:ext cx="4846320" cy="777240"/>
          </a:xfrm>
          <a:prstGeom prst="roundRect">
            <a:avLst>
              <a:gd name="adj" fmla="val 9412"/>
            </a:avLst>
          </a:prstGeom>
          <a:solidFill>
            <a:srgbClr val="F1F0EC"/>
          </a:solidFill>
          <a:ln w="12700">
            <a:solidFill>
              <a:srgbClr val="F1F0EC"/>
            </a:solidFill>
            <a:prstDash val="solid"/>
          </a:ln>
        </p:spPr>
      </p:sp>
      <p:sp>
        <p:nvSpPr>
          <p:cNvPr id="14" name="Text 12"/>
          <p:cNvSpPr txBox="1"/>
          <p:nvPr/>
        </p:nvSpPr>
        <p:spPr>
          <a:xfrm>
            <a:off x="6949440" y="3383280"/>
            <a:ext cx="1737360" cy="594360"/>
          </a:xfrm>
          <a:prstGeom prst="rect">
            <a:avLst/>
          </a:prstGeom>
          <a:noFill/>
          <a:ln/>
        </p:spPr>
        <p:txBody>
          <a:bodyPr wrap="square" lIns="0" tIns="0" rIns="0" bIns="0" rtlCol="0" anchor="ctr"/>
          <a:lstStyle/>
          <a:p>
            <a:pPr indent="0" marL="0">
              <a:buNone/>
            </a:pPr>
            <a:r>
              <a:rPr lang="en-US" sz="1600" b="1" dirty="0">
                <a:solidFill>
                  <a:srgbClr val="0B0B0B"/>
                </a:solidFill>
                <a:latin typeface="Cambria" pitchFamily="34" charset="0"/>
                <a:ea typeface="Cambria" pitchFamily="34" charset="-122"/>
                <a:cs typeface="Cambria" pitchFamily="34" charset="-120"/>
              </a:rPr>
              <a:t>What for</a:t>
            </a:r>
            <a:endParaRPr lang="en-US" sz="1600" dirty="0"/>
          </a:p>
        </p:txBody>
      </p:sp>
      <p:sp>
        <p:nvSpPr>
          <p:cNvPr id="15" name="Text 13"/>
          <p:cNvSpPr txBox="1"/>
          <p:nvPr/>
        </p:nvSpPr>
        <p:spPr>
          <a:xfrm>
            <a:off x="8686800" y="3383280"/>
            <a:ext cx="2834640" cy="5943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shutdowns, presidents, tragedies</a:t>
            </a:r>
            <a:endParaRPr lang="en-US" sz="1250" dirty="0"/>
          </a:p>
        </p:txBody>
      </p:sp>
      <p:sp>
        <p:nvSpPr>
          <p:cNvPr id="16" name="Shape 14"/>
          <p:cNvSpPr/>
          <p:nvPr/>
        </p:nvSpPr>
        <p:spPr>
          <a:xfrm>
            <a:off x="6766560" y="4206240"/>
            <a:ext cx="4846320" cy="777240"/>
          </a:xfrm>
          <a:prstGeom prst="roundRect">
            <a:avLst>
              <a:gd name="adj" fmla="val 9412"/>
            </a:avLst>
          </a:prstGeom>
          <a:solidFill>
            <a:srgbClr val="F1F0EC"/>
          </a:solidFill>
          <a:ln w="12700">
            <a:solidFill>
              <a:srgbClr val="F1F0EC"/>
            </a:solidFill>
            <a:prstDash val="solid"/>
          </a:ln>
        </p:spPr>
      </p:sp>
      <p:sp>
        <p:nvSpPr>
          <p:cNvPr id="17" name="Text 15"/>
          <p:cNvSpPr txBox="1"/>
          <p:nvPr/>
        </p:nvSpPr>
        <p:spPr>
          <a:xfrm>
            <a:off x="6949440" y="4297680"/>
            <a:ext cx="1737360" cy="594360"/>
          </a:xfrm>
          <a:prstGeom prst="rect">
            <a:avLst/>
          </a:prstGeom>
          <a:noFill/>
          <a:ln/>
        </p:spPr>
        <p:txBody>
          <a:bodyPr wrap="square" lIns="0" tIns="0" rIns="0" bIns="0" rtlCol="0" anchor="ctr"/>
          <a:lstStyle/>
          <a:p>
            <a:pPr indent="0" marL="0">
              <a:buNone/>
            </a:pPr>
            <a:r>
              <a:rPr lang="en-US" sz="1600" b="1" dirty="0">
                <a:solidFill>
                  <a:srgbClr val="0B0B0B"/>
                </a:solidFill>
                <a:latin typeface="Cambria" pitchFamily="34" charset="0"/>
                <a:ea typeface="Cambria" pitchFamily="34" charset="-122"/>
                <a:cs typeface="Cambria" pitchFamily="34" charset="-120"/>
              </a:rPr>
              <a:t>To whom</a:t>
            </a:r>
            <a:endParaRPr lang="en-US" sz="1600" dirty="0"/>
          </a:p>
        </p:txBody>
      </p:sp>
      <p:sp>
        <p:nvSpPr>
          <p:cNvPr id="18" name="Text 16"/>
          <p:cNvSpPr txBox="1"/>
          <p:nvPr/>
        </p:nvSpPr>
        <p:spPr>
          <a:xfrm>
            <a:off x="8686800" y="4297680"/>
            <a:ext cx="2834640" cy="5943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retweets vs call-outs</a:t>
            </a:r>
            <a:endParaRPr lang="en-US" sz="1250" dirty="0"/>
          </a:p>
        </p:txBody>
      </p:sp>
      <p:sp>
        <p:nvSpPr>
          <p:cNvPr id="19" name="Shape 17"/>
          <p:cNvSpPr/>
          <p:nvPr/>
        </p:nvSpPr>
        <p:spPr>
          <a:xfrm>
            <a:off x="6766560" y="5120640"/>
            <a:ext cx="4846320" cy="777240"/>
          </a:xfrm>
          <a:prstGeom prst="roundRect">
            <a:avLst>
              <a:gd name="adj" fmla="val 9412"/>
            </a:avLst>
          </a:prstGeom>
          <a:solidFill>
            <a:srgbClr val="F1F0EC"/>
          </a:solidFill>
          <a:ln w="12700">
            <a:solidFill>
              <a:srgbClr val="F1F0EC"/>
            </a:solidFill>
            <a:prstDash val="solid"/>
          </a:ln>
        </p:spPr>
      </p:sp>
      <p:sp>
        <p:nvSpPr>
          <p:cNvPr id="20" name="Text 18"/>
          <p:cNvSpPr txBox="1"/>
          <p:nvPr/>
        </p:nvSpPr>
        <p:spPr>
          <a:xfrm>
            <a:off x="6949440" y="5212080"/>
            <a:ext cx="1737360" cy="594360"/>
          </a:xfrm>
          <a:prstGeom prst="rect">
            <a:avLst/>
          </a:prstGeom>
          <a:noFill/>
          <a:ln/>
        </p:spPr>
        <p:txBody>
          <a:bodyPr wrap="square" lIns="0" tIns="0" rIns="0" bIns="0" rtlCol="0" anchor="ctr"/>
          <a:lstStyle/>
          <a:p>
            <a:pPr indent="0" marL="0">
              <a:buNone/>
            </a:pPr>
            <a:r>
              <a:rPr lang="en-US" sz="1600" b="1" dirty="0">
                <a:solidFill>
                  <a:srgbClr val="0B0B0B"/>
                </a:solidFill>
                <a:latin typeface="Cambria" pitchFamily="34" charset="0"/>
                <a:ea typeface="Cambria" pitchFamily="34" charset="-122"/>
                <a:cs typeface="Cambria" pitchFamily="34" charset="-120"/>
              </a:rPr>
              <a:t>Together or apart</a:t>
            </a:r>
            <a:endParaRPr lang="en-US" sz="1600" dirty="0"/>
          </a:p>
        </p:txBody>
      </p:sp>
      <p:sp>
        <p:nvSpPr>
          <p:cNvPr id="21" name="Text 19"/>
          <p:cNvSpPr txBox="1"/>
          <p:nvPr/>
        </p:nvSpPr>
        <p:spPr>
          <a:xfrm>
            <a:off x="8686800" y="5212080"/>
            <a:ext cx="2834640" cy="59436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uniting vs dividing tweets</a:t>
            </a:r>
            <a:endParaRPr lang="en-US" sz="1250" dirty="0"/>
          </a:p>
        </p:txBody>
      </p:sp>
      <p:sp>
        <p:nvSpPr>
          <p:cNvPr id="22" name="Text 20"/>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5.1 million tweets, filtered to sitting members</a:t>
            </a:r>
            <a:endParaRPr lang="en-US" sz="3400" dirty="0"/>
          </a:p>
        </p:txBody>
      </p:sp>
      <p:sp>
        <p:nvSpPr>
          <p:cNvPr id="4" name="Shape 2"/>
          <p:cNvSpPr/>
          <p:nvPr/>
        </p:nvSpPr>
        <p:spPr>
          <a:xfrm>
            <a:off x="548640" y="1463040"/>
            <a:ext cx="2651760" cy="1417320"/>
          </a:xfrm>
          <a:prstGeom prst="roundRect">
            <a:avLst>
              <a:gd name="adj" fmla="val 5161"/>
            </a:avLst>
          </a:prstGeom>
          <a:solidFill>
            <a:srgbClr val="F1F0EC"/>
          </a:solidFill>
          <a:ln w="12700">
            <a:solidFill>
              <a:srgbClr val="F1F0EC"/>
            </a:solidFill>
            <a:prstDash val="solid"/>
          </a:ln>
        </p:spPr>
      </p:sp>
      <p:sp>
        <p:nvSpPr>
          <p:cNvPr id="5" name="Text 3"/>
          <p:cNvSpPr txBox="1"/>
          <p:nvPr/>
        </p:nvSpPr>
        <p:spPr>
          <a:xfrm>
            <a:off x="685800" y="1572768"/>
            <a:ext cx="23774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5.1M</a:t>
            </a:r>
            <a:endParaRPr lang="en-US" sz="3000" dirty="0"/>
          </a:p>
        </p:txBody>
      </p:sp>
      <p:sp>
        <p:nvSpPr>
          <p:cNvPr id="6" name="Text 4"/>
          <p:cNvSpPr txBox="1"/>
          <p:nvPr/>
        </p:nvSpPr>
        <p:spPr>
          <a:xfrm>
            <a:off x="685800" y="2304288"/>
            <a:ext cx="23774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raw tweets in the HopHacks congress-tweets-unified dataset (two merged corpora, 1999 to 2026)</a:t>
            </a:r>
            <a:endParaRPr lang="en-US" sz="1150" dirty="0"/>
          </a:p>
        </p:txBody>
      </p:sp>
      <p:sp>
        <p:nvSpPr>
          <p:cNvPr id="7" name="Shape 5"/>
          <p:cNvSpPr/>
          <p:nvPr/>
        </p:nvSpPr>
        <p:spPr>
          <a:xfrm>
            <a:off x="3383280" y="1463040"/>
            <a:ext cx="2651760" cy="1417320"/>
          </a:xfrm>
          <a:prstGeom prst="roundRect">
            <a:avLst>
              <a:gd name="adj" fmla="val 5161"/>
            </a:avLst>
          </a:prstGeom>
          <a:solidFill>
            <a:srgbClr val="F1F0EC"/>
          </a:solidFill>
          <a:ln w="12700">
            <a:solidFill>
              <a:srgbClr val="F1F0EC"/>
            </a:solidFill>
            <a:prstDash val="solid"/>
          </a:ln>
        </p:spPr>
      </p:sp>
      <p:sp>
        <p:nvSpPr>
          <p:cNvPr id="8" name="Text 6"/>
          <p:cNvSpPr txBox="1"/>
          <p:nvPr/>
        </p:nvSpPr>
        <p:spPr>
          <a:xfrm>
            <a:off x="3520440" y="1572768"/>
            <a:ext cx="23774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4.83M</a:t>
            </a:r>
            <a:endParaRPr lang="en-US" sz="3000" dirty="0"/>
          </a:p>
        </p:txBody>
      </p:sp>
      <p:sp>
        <p:nvSpPr>
          <p:cNvPr id="9" name="Text 7"/>
          <p:cNvSpPr txBox="1"/>
          <p:nvPr/>
        </p:nvSpPr>
        <p:spPr>
          <a:xfrm>
            <a:off x="3520440" y="2304288"/>
            <a:ext cx="23774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tweets kept: members of the House and Senate, sent while in office, 2011 onward</a:t>
            </a:r>
            <a:endParaRPr lang="en-US" sz="1150" dirty="0"/>
          </a:p>
        </p:txBody>
      </p:sp>
      <p:sp>
        <p:nvSpPr>
          <p:cNvPr id="10" name="Shape 8"/>
          <p:cNvSpPr/>
          <p:nvPr/>
        </p:nvSpPr>
        <p:spPr>
          <a:xfrm>
            <a:off x="6217920" y="1463040"/>
            <a:ext cx="2651760" cy="1417320"/>
          </a:xfrm>
          <a:prstGeom prst="roundRect">
            <a:avLst>
              <a:gd name="adj" fmla="val 5161"/>
            </a:avLst>
          </a:prstGeom>
          <a:solidFill>
            <a:srgbClr val="F1F0EC"/>
          </a:solidFill>
          <a:ln w="12700">
            <a:solidFill>
              <a:srgbClr val="F1F0EC"/>
            </a:solidFill>
            <a:prstDash val="solid"/>
          </a:ln>
        </p:spPr>
      </p:sp>
      <p:sp>
        <p:nvSpPr>
          <p:cNvPr id="11" name="Text 9"/>
          <p:cNvSpPr txBox="1"/>
          <p:nvPr/>
        </p:nvSpPr>
        <p:spPr>
          <a:xfrm>
            <a:off x="6355080" y="1572768"/>
            <a:ext cx="23774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902</a:t>
            </a:r>
            <a:endParaRPr lang="en-US" sz="3000" dirty="0"/>
          </a:p>
        </p:txBody>
      </p:sp>
      <p:sp>
        <p:nvSpPr>
          <p:cNvPr id="12" name="Text 10"/>
          <p:cNvSpPr txBox="1"/>
          <p:nvPr/>
        </p:nvSpPr>
        <p:spPr>
          <a:xfrm>
            <a:off x="6355080" y="2304288"/>
            <a:ext cx="23774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members of Congress, 100% matched to birthdays, terms and handles</a:t>
            </a:r>
            <a:endParaRPr lang="en-US" sz="1150" dirty="0"/>
          </a:p>
        </p:txBody>
      </p:sp>
      <p:sp>
        <p:nvSpPr>
          <p:cNvPr id="13" name="Shape 11"/>
          <p:cNvSpPr/>
          <p:nvPr/>
        </p:nvSpPr>
        <p:spPr>
          <a:xfrm>
            <a:off x="9052560" y="1463040"/>
            <a:ext cx="2651760" cy="1417320"/>
          </a:xfrm>
          <a:prstGeom prst="roundRect">
            <a:avLst>
              <a:gd name="adj" fmla="val 5161"/>
            </a:avLst>
          </a:prstGeom>
          <a:solidFill>
            <a:srgbClr val="F1F0EC"/>
          </a:solidFill>
          <a:ln w="12700">
            <a:solidFill>
              <a:srgbClr val="F1F0EC"/>
            </a:solidFill>
            <a:prstDash val="solid"/>
          </a:ln>
        </p:spPr>
      </p:sp>
      <p:sp>
        <p:nvSpPr>
          <p:cNvPr id="14" name="Text 12"/>
          <p:cNvSpPr txBox="1"/>
          <p:nvPr/>
        </p:nvSpPr>
        <p:spPr>
          <a:xfrm>
            <a:off x="9189720" y="1572768"/>
            <a:ext cx="23774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14</a:t>
            </a:r>
            <a:endParaRPr lang="en-US" sz="3000" dirty="0"/>
          </a:p>
        </p:txBody>
      </p:sp>
      <p:sp>
        <p:nvSpPr>
          <p:cNvPr id="15" name="Text 13"/>
          <p:cNvSpPr txBox="1"/>
          <p:nvPr/>
        </p:nvSpPr>
        <p:spPr>
          <a:xfrm>
            <a:off x="9189720" y="2304288"/>
            <a:ext cx="23774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scores per tweet: 11 emotions and 3 sentiment classes</a:t>
            </a:r>
            <a:endParaRPr lang="en-US" sz="1150" dirty="0"/>
          </a:p>
        </p:txBody>
      </p:sp>
      <p:sp>
        <p:nvSpPr>
          <p:cNvPr id="16" name="Text 14"/>
          <p:cNvSpPr txBox="1"/>
          <p:nvPr/>
        </p:nvSpPr>
        <p:spPr>
          <a:xfrm>
            <a:off x="548640" y="3200400"/>
            <a:ext cx="11064240" cy="30175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52514E"/>
                </a:solidFill>
                <a:latin typeface="Calibri" pitchFamily="34" charset="0"/>
                <a:ea typeface="Calibri" pitchFamily="34" charset="-122"/>
                <a:cs typeface="Calibri" pitchFamily="34" charset="-120"/>
              </a:rPr>
              <a:t>Source 1: the HopHacks parquet (tweet text, author, party, state, timestamp, topic).</a:t>
            </a:r>
            <a:endParaRPr lang="en-US" sz="1350" dirty="0"/>
          </a:p>
          <a:p>
            <a:pPr marL="342900" indent="-342900">
              <a:spcAft>
                <a:spcPts val="600"/>
              </a:spcAft>
              <a:buSzPct val="100000"/>
              <a:buChar char="•"/>
            </a:pPr>
            <a:r>
              <a:rPr lang="en-US" sz="1350" dirty="0">
                <a:solidFill>
                  <a:srgbClr val="52514E"/>
                </a:solidFill>
                <a:latin typeface="Calibri" pitchFamily="34" charset="0"/>
                <a:ea typeface="Calibri" pitchFamily="34" charset="-122"/>
                <a:cs typeface="Calibri" pitchFamily="34" charset="-120"/>
              </a:rPr>
              <a:t>Source 2: the open unitedstates/congress-legislators dataset for birthdays, terms and Twitter handles. Handles were matched first (including 14 yearly snapshots of the social-media file, so former members are covered), then names plus state as a fallback.</a:t>
            </a:r>
            <a:endParaRPr lang="en-US" sz="1350" dirty="0"/>
          </a:p>
          <a:p>
            <a:pPr marL="342900" indent="-342900">
              <a:spcAft>
                <a:spcPts val="600"/>
              </a:spcAft>
              <a:buSzPct val="100000"/>
              <a:buChar char="•"/>
            </a:pPr>
            <a:r>
              <a:rPr lang="en-US" sz="1350" dirty="0">
                <a:solidFill>
                  <a:srgbClr val="52514E"/>
                </a:solidFill>
                <a:latin typeface="Calibri" pitchFamily="34" charset="0"/>
                <a:ea typeface="Calibri" pitchFamily="34" charset="-122"/>
                <a:cs typeface="Calibri" pitchFamily="34" charset="-120"/>
              </a:rPr>
              <a:t>Dropped: executive-branch accounts (cabinet secretaries, the President), tweets members posted before they were elected, and a few corrupt pre-2011 rows.</a:t>
            </a:r>
            <a:endParaRPr lang="en-US" sz="1350" dirty="0"/>
          </a:p>
          <a:p>
            <a:pPr marL="342900" indent="-342900">
              <a:spcAft>
                <a:spcPts val="600"/>
              </a:spcAft>
              <a:buSzPct val="100000"/>
              <a:buChar char="•"/>
            </a:pPr>
            <a:r>
              <a:rPr lang="en-US" sz="1350" dirty="0">
                <a:solidFill>
                  <a:srgbClr val="52514E"/>
                </a:solidFill>
                <a:latin typeface="Calibri" pitchFamily="34" charset="0"/>
                <a:ea typeface="Calibri" pitchFamily="34" charset="-122"/>
                <a:cs typeface="Calibri" pitchFamily="34" charset="-120"/>
              </a:rPr>
              <a:t>Added per tweet: age of the member that day, hour of day in the member's home-state time zone, month, and position in the two-year election cycle.</a:t>
            </a:r>
            <a:endParaRPr lang="en-US" sz="1350" dirty="0"/>
          </a:p>
        </p:txBody>
      </p:sp>
      <p:sp>
        <p:nvSpPr>
          <p:cNvPr id="17" name="Text 15"/>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HOW WE PROCESSED IT</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From raw tweets to an anger score for each one</a:t>
            </a:r>
            <a:endParaRPr lang="en-US" sz="3400" dirty="0"/>
          </a:p>
        </p:txBody>
      </p:sp>
      <p:sp>
        <p:nvSpPr>
          <p:cNvPr id="4" name="Shape 2"/>
          <p:cNvSpPr/>
          <p:nvPr/>
        </p:nvSpPr>
        <p:spPr>
          <a:xfrm>
            <a:off x="548640" y="1463040"/>
            <a:ext cx="3566160" cy="1417320"/>
          </a:xfrm>
          <a:prstGeom prst="roundRect">
            <a:avLst>
              <a:gd name="adj" fmla="val 5161"/>
            </a:avLst>
          </a:prstGeom>
          <a:solidFill>
            <a:srgbClr val="F1F0EC"/>
          </a:solidFill>
          <a:ln w="12700">
            <a:solidFill>
              <a:srgbClr val="F1F0EC"/>
            </a:solidFill>
            <a:prstDash val="solid"/>
          </a:ln>
        </p:spPr>
      </p:sp>
      <p:sp>
        <p:nvSpPr>
          <p:cNvPr id="5" name="Shape 3"/>
          <p:cNvSpPr/>
          <p:nvPr/>
        </p:nvSpPr>
        <p:spPr>
          <a:xfrm>
            <a:off x="713232" y="1645920"/>
            <a:ext cx="457200" cy="457200"/>
          </a:xfrm>
          <a:prstGeom prst="ellipse">
            <a:avLst/>
          </a:prstGeom>
          <a:solidFill>
            <a:srgbClr val="0B0B0B"/>
          </a:solidFill>
          <a:ln w="12700">
            <a:solidFill>
              <a:srgbClr val="0B0B0B"/>
            </a:solidFill>
            <a:prstDash val="solid"/>
          </a:ln>
        </p:spPr>
      </p:sp>
      <p:sp>
        <p:nvSpPr>
          <p:cNvPr id="6" name="Text 4"/>
          <p:cNvSpPr txBox="1"/>
          <p:nvPr/>
        </p:nvSpPr>
        <p:spPr>
          <a:xfrm>
            <a:off x="713232"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98448" y="16276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Match</a:t>
            </a:r>
            <a:endParaRPr lang="en-US" sz="1700" dirty="0"/>
          </a:p>
        </p:txBody>
      </p:sp>
      <p:sp>
        <p:nvSpPr>
          <p:cNvPr id="8" name="Text 6"/>
          <p:cNvSpPr txBox="1"/>
          <p:nvPr/>
        </p:nvSpPr>
        <p:spPr>
          <a:xfrm>
            <a:off x="713232" y="21762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1,156 handles to bioguide IDs and birthdays; keep only in-office tweets</a:t>
            </a:r>
            <a:endParaRPr lang="en-US" sz="1150" dirty="0"/>
          </a:p>
        </p:txBody>
      </p:sp>
      <p:sp>
        <p:nvSpPr>
          <p:cNvPr id="9" name="Shape 7"/>
          <p:cNvSpPr/>
          <p:nvPr/>
        </p:nvSpPr>
        <p:spPr>
          <a:xfrm>
            <a:off x="4297680" y="1463040"/>
            <a:ext cx="3566160" cy="1417320"/>
          </a:xfrm>
          <a:prstGeom prst="roundRect">
            <a:avLst>
              <a:gd name="adj" fmla="val 5161"/>
            </a:avLst>
          </a:prstGeom>
          <a:solidFill>
            <a:srgbClr val="F1F0EC"/>
          </a:solidFill>
          <a:ln w="12700">
            <a:solidFill>
              <a:srgbClr val="F1F0EC"/>
            </a:solidFill>
            <a:prstDash val="solid"/>
          </a:ln>
        </p:spPr>
      </p:sp>
      <p:sp>
        <p:nvSpPr>
          <p:cNvPr id="10" name="Shape 8"/>
          <p:cNvSpPr/>
          <p:nvPr/>
        </p:nvSpPr>
        <p:spPr>
          <a:xfrm>
            <a:off x="4462272" y="1645920"/>
            <a:ext cx="457200" cy="457200"/>
          </a:xfrm>
          <a:prstGeom prst="ellipse">
            <a:avLst/>
          </a:prstGeom>
          <a:solidFill>
            <a:srgbClr val="0B0B0B"/>
          </a:solidFill>
          <a:ln w="12700">
            <a:solidFill>
              <a:srgbClr val="0B0B0B"/>
            </a:solidFill>
            <a:prstDash val="solid"/>
          </a:ln>
        </p:spPr>
      </p:sp>
      <p:sp>
        <p:nvSpPr>
          <p:cNvPr id="11" name="Text 9"/>
          <p:cNvSpPr txBox="1"/>
          <p:nvPr/>
        </p:nvSpPr>
        <p:spPr>
          <a:xfrm>
            <a:off x="4462272"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047488" y="16276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Enrich</a:t>
            </a:r>
            <a:endParaRPr lang="en-US" sz="1700" dirty="0"/>
          </a:p>
        </p:txBody>
      </p:sp>
      <p:sp>
        <p:nvSpPr>
          <p:cNvPr id="13" name="Text 11"/>
          <p:cNvSpPr txBox="1"/>
          <p:nvPr/>
        </p:nvSpPr>
        <p:spPr>
          <a:xfrm>
            <a:off x="4462272" y="21762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age at tweet, local hour, month, days to the next election</a:t>
            </a:r>
            <a:endParaRPr lang="en-US" sz="1150" dirty="0"/>
          </a:p>
        </p:txBody>
      </p:sp>
      <p:sp>
        <p:nvSpPr>
          <p:cNvPr id="14" name="Shape 12"/>
          <p:cNvSpPr/>
          <p:nvPr/>
        </p:nvSpPr>
        <p:spPr>
          <a:xfrm>
            <a:off x="8046720" y="1463040"/>
            <a:ext cx="3566160" cy="1417320"/>
          </a:xfrm>
          <a:prstGeom prst="roundRect">
            <a:avLst>
              <a:gd name="adj" fmla="val 5161"/>
            </a:avLst>
          </a:prstGeom>
          <a:solidFill>
            <a:srgbClr val="F1F0EC"/>
          </a:solidFill>
          <a:ln w="12700">
            <a:solidFill>
              <a:srgbClr val="F1F0EC"/>
            </a:solidFill>
            <a:prstDash val="solid"/>
          </a:ln>
        </p:spPr>
      </p:sp>
      <p:sp>
        <p:nvSpPr>
          <p:cNvPr id="15" name="Shape 13"/>
          <p:cNvSpPr/>
          <p:nvPr/>
        </p:nvSpPr>
        <p:spPr>
          <a:xfrm>
            <a:off x="8211312" y="1645920"/>
            <a:ext cx="457200" cy="457200"/>
          </a:xfrm>
          <a:prstGeom prst="ellipse">
            <a:avLst/>
          </a:prstGeom>
          <a:solidFill>
            <a:srgbClr val="0B0B0B"/>
          </a:solidFill>
          <a:ln w="12700">
            <a:solidFill>
              <a:srgbClr val="0B0B0B"/>
            </a:solidFill>
            <a:prstDash val="solid"/>
          </a:ln>
        </p:spPr>
      </p:sp>
      <p:sp>
        <p:nvSpPr>
          <p:cNvPr id="16" name="Text 14"/>
          <p:cNvSpPr txBox="1"/>
          <p:nvPr/>
        </p:nvSpPr>
        <p:spPr>
          <a:xfrm>
            <a:off x="8211312"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8796528" y="16276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Score</a:t>
            </a:r>
            <a:endParaRPr lang="en-US" sz="1700" dirty="0"/>
          </a:p>
        </p:txBody>
      </p:sp>
      <p:sp>
        <p:nvSpPr>
          <p:cNvPr id="18" name="Text 16"/>
          <p:cNvSpPr txBox="1"/>
          <p:nvPr/>
        </p:nvSpPr>
        <p:spPr>
          <a:xfrm>
            <a:off x="8211312" y="21762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cardiffnlp twitter-roberta emotion model (11 emotions) and a sentiment model (3 classes)</a:t>
            </a:r>
            <a:endParaRPr lang="en-US" sz="1150" dirty="0"/>
          </a:p>
        </p:txBody>
      </p:sp>
      <p:sp>
        <p:nvSpPr>
          <p:cNvPr id="19" name="Shape 17"/>
          <p:cNvSpPr/>
          <p:nvPr/>
        </p:nvSpPr>
        <p:spPr>
          <a:xfrm>
            <a:off x="548640" y="3063240"/>
            <a:ext cx="3566160" cy="1417320"/>
          </a:xfrm>
          <a:prstGeom prst="roundRect">
            <a:avLst>
              <a:gd name="adj" fmla="val 5161"/>
            </a:avLst>
          </a:prstGeom>
          <a:solidFill>
            <a:srgbClr val="F1F0EC"/>
          </a:solidFill>
          <a:ln w="12700">
            <a:solidFill>
              <a:srgbClr val="F1F0EC"/>
            </a:solidFill>
            <a:prstDash val="solid"/>
          </a:ln>
        </p:spPr>
      </p:sp>
      <p:sp>
        <p:nvSpPr>
          <p:cNvPr id="20" name="Shape 18"/>
          <p:cNvSpPr/>
          <p:nvPr/>
        </p:nvSpPr>
        <p:spPr>
          <a:xfrm>
            <a:off x="713232" y="3246120"/>
            <a:ext cx="457200" cy="457200"/>
          </a:xfrm>
          <a:prstGeom prst="ellipse">
            <a:avLst/>
          </a:prstGeom>
          <a:solidFill>
            <a:srgbClr val="0B0B0B"/>
          </a:solidFill>
          <a:ln w="12700">
            <a:solidFill>
              <a:srgbClr val="0B0B0B"/>
            </a:solidFill>
            <a:prstDash val="solid"/>
          </a:ln>
        </p:spPr>
      </p:sp>
      <p:sp>
        <p:nvSpPr>
          <p:cNvPr id="21" name="Text 19"/>
          <p:cNvSpPr txBox="1"/>
          <p:nvPr/>
        </p:nvSpPr>
        <p:spPr>
          <a:xfrm>
            <a:off x="71323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1298448" y="32278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Label</a:t>
            </a:r>
            <a:endParaRPr lang="en-US" sz="1700" dirty="0"/>
          </a:p>
        </p:txBody>
      </p:sp>
      <p:sp>
        <p:nvSpPr>
          <p:cNvPr id="23" name="Text 21"/>
          <p:cNvSpPr txBox="1"/>
          <p:nvPr/>
        </p:nvSpPr>
        <p:spPr>
          <a:xfrm>
            <a:off x="713232" y="37764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all 4.97M tweets on a laptop RTX 4050 in under two hours (about 630 tweets per second)</a:t>
            </a:r>
            <a:endParaRPr lang="en-US" sz="1150" dirty="0"/>
          </a:p>
        </p:txBody>
      </p:sp>
      <p:sp>
        <p:nvSpPr>
          <p:cNvPr id="24" name="Shape 22"/>
          <p:cNvSpPr/>
          <p:nvPr/>
        </p:nvSpPr>
        <p:spPr>
          <a:xfrm>
            <a:off x="4297680" y="3063240"/>
            <a:ext cx="3566160" cy="1417320"/>
          </a:xfrm>
          <a:prstGeom prst="roundRect">
            <a:avLst>
              <a:gd name="adj" fmla="val 5161"/>
            </a:avLst>
          </a:prstGeom>
          <a:solidFill>
            <a:srgbClr val="F1F0EC"/>
          </a:solidFill>
          <a:ln w="12700">
            <a:solidFill>
              <a:srgbClr val="F1F0EC"/>
            </a:solidFill>
            <a:prstDash val="solid"/>
          </a:ln>
        </p:spPr>
      </p:sp>
      <p:sp>
        <p:nvSpPr>
          <p:cNvPr id="25" name="Shape 23"/>
          <p:cNvSpPr/>
          <p:nvPr/>
        </p:nvSpPr>
        <p:spPr>
          <a:xfrm>
            <a:off x="4462272" y="3246120"/>
            <a:ext cx="457200" cy="457200"/>
          </a:xfrm>
          <a:prstGeom prst="ellipse">
            <a:avLst/>
          </a:prstGeom>
          <a:solidFill>
            <a:srgbClr val="0B0B0B"/>
          </a:solidFill>
          <a:ln w="12700">
            <a:solidFill>
              <a:srgbClr val="0B0B0B"/>
            </a:solidFill>
            <a:prstDash val="solid"/>
          </a:ln>
        </p:spPr>
      </p:sp>
      <p:sp>
        <p:nvSpPr>
          <p:cNvPr id="26" name="Text 24"/>
          <p:cNvSpPr txBox="1"/>
          <p:nvPr/>
        </p:nvSpPr>
        <p:spPr>
          <a:xfrm>
            <a:off x="446227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5047488" y="32278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Analyze</a:t>
            </a:r>
            <a:endParaRPr lang="en-US" sz="1700" dirty="0"/>
          </a:p>
        </p:txBody>
      </p:sp>
      <p:sp>
        <p:nvSpPr>
          <p:cNvPr id="28" name="Text 26"/>
          <p:cNvSpPr txBox="1"/>
          <p:nvPr/>
        </p:nvSpPr>
        <p:spPr>
          <a:xfrm>
            <a:off x="4462272" y="37764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year, party, hour, month, cycle, age, volume, spikes, networks, uniting vs dividing</a:t>
            </a:r>
            <a:endParaRPr lang="en-US" sz="1150" dirty="0"/>
          </a:p>
        </p:txBody>
      </p:sp>
      <p:sp>
        <p:nvSpPr>
          <p:cNvPr id="29" name="Shape 27"/>
          <p:cNvSpPr/>
          <p:nvPr/>
        </p:nvSpPr>
        <p:spPr>
          <a:xfrm>
            <a:off x="8046720" y="3063240"/>
            <a:ext cx="3566160" cy="1417320"/>
          </a:xfrm>
          <a:prstGeom prst="roundRect">
            <a:avLst>
              <a:gd name="adj" fmla="val 5161"/>
            </a:avLst>
          </a:prstGeom>
          <a:solidFill>
            <a:srgbClr val="F1F0EC"/>
          </a:solidFill>
          <a:ln w="12700">
            <a:solidFill>
              <a:srgbClr val="F1F0EC"/>
            </a:solidFill>
            <a:prstDash val="solid"/>
          </a:ln>
        </p:spPr>
      </p:sp>
      <p:sp>
        <p:nvSpPr>
          <p:cNvPr id="30" name="Shape 28"/>
          <p:cNvSpPr/>
          <p:nvPr/>
        </p:nvSpPr>
        <p:spPr>
          <a:xfrm>
            <a:off x="8211312" y="3246120"/>
            <a:ext cx="457200" cy="457200"/>
          </a:xfrm>
          <a:prstGeom prst="ellipse">
            <a:avLst/>
          </a:prstGeom>
          <a:solidFill>
            <a:srgbClr val="0B0B0B"/>
          </a:solidFill>
          <a:ln w="12700">
            <a:solidFill>
              <a:srgbClr val="0B0B0B"/>
            </a:solidFill>
            <a:prstDash val="solid"/>
          </a:ln>
        </p:spPr>
      </p:sp>
      <p:sp>
        <p:nvSpPr>
          <p:cNvPr id="31" name="Text 29"/>
          <p:cNvSpPr txBox="1"/>
          <p:nvPr/>
        </p:nvSpPr>
        <p:spPr>
          <a:xfrm>
            <a:off x="821131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8796528" y="3227832"/>
            <a:ext cx="2651760" cy="45720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Publish</a:t>
            </a:r>
            <a:endParaRPr lang="en-US" sz="1700" dirty="0"/>
          </a:p>
        </p:txBody>
      </p:sp>
      <p:sp>
        <p:nvSpPr>
          <p:cNvPr id="33" name="Text 31"/>
          <p:cNvSpPr txBox="1"/>
          <p:nvPr/>
        </p:nvSpPr>
        <p:spPr>
          <a:xfrm>
            <a:off x="8211312" y="3776472"/>
            <a:ext cx="3246120" cy="658368"/>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a web story, an animated interlude or two, and a marimo notebook</a:t>
            </a:r>
            <a:endParaRPr lang="en-US" sz="1150" dirty="0"/>
          </a:p>
        </p:txBody>
      </p:sp>
      <p:sp>
        <p:nvSpPr>
          <p:cNvPr id="34" name="Text 32"/>
          <p:cNvSpPr txBox="1"/>
          <p:nvPr/>
        </p:nvSpPr>
        <p:spPr>
          <a:xfrm>
            <a:off x="548640" y="4754880"/>
            <a:ext cx="11064240" cy="1097280"/>
          </a:xfrm>
          <a:prstGeom prst="rect">
            <a:avLst/>
          </a:prstGeom>
          <a:noFill/>
          <a:ln/>
        </p:spPr>
        <p:txBody>
          <a:bodyPr wrap="square" lIns="0" tIns="0" rIns="0" bIns="0" rtlCol="0" anchor="t"/>
          <a:lstStyle/>
          <a:p>
            <a:pPr indent="0" marL="0">
              <a:buNone/>
            </a:pPr>
            <a:r>
              <a:rPr lang="en-US" sz="1250" dirty="0">
                <a:solidFill>
                  <a:srgbClr val="52514E"/>
                </a:solidFill>
                <a:latin typeface="Calibri" pitchFamily="34" charset="0"/>
                <a:ea typeface="Calibri" pitchFamily="34" charset="-122"/>
                <a:cs typeface="Calibri" pitchFamily="34" charset="-120"/>
              </a:rPr>
              <a:t>Choosing the model: we benchmarked three on a sample. The 4-class TweetEval model rated "when we fight, we win!" as rage, so it was out. The multilabel model's top-scored tweets were genuinely angry, and a separate sentiment model's negative score correlates 0.80 with it. A tweet counts as angry when P(anger) is above 0.5.</a:t>
            </a:r>
            <a:endParaRPr lang="en-US" sz="1250" dirty="0"/>
          </a:p>
        </p:txBody>
      </p:sp>
      <p:sp>
        <p:nvSpPr>
          <p:cNvPr id="35" name="Text 33"/>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It's not you. It's the White House.</a:t>
            </a:r>
            <a:endParaRPr lang="en-US" sz="3400" dirty="0"/>
          </a:p>
        </p:txBody>
      </p:sp>
      <p:graphicFrame>
        <p:nvGraphicFramePr>
          <p:cNvPr id="4" name="Chart 0" descr=""/>
          <p:cNvGraphicFramePr/>
          <p:nvPr/>
        </p:nvGraphicFramePr>
        <p:xfrm>
          <a:off x="548640" y="137160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0" y="1463040"/>
            <a:ext cx="342900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52514E"/>
                </a:solidFill>
                <a:latin typeface="Calibri" pitchFamily="34" charset="0"/>
                <a:ea typeface="Calibri" pitchFamily="34" charset="-122"/>
                <a:cs typeface="Calibri" pitchFamily="34" charset="-120"/>
              </a:rPr>
              <a:t>Anger sat below 0.21 through the Obama years, jumped to 0.29 in 2017 and reached 0.44 in 2025, the angriest year on record.</a:t>
            </a:r>
            <a:endParaRPr lang="en-US" sz="1300" dirty="0"/>
          </a:p>
          <a:p>
            <a:pPr marL="342900" indent="-342900">
              <a:spcAft>
                <a:spcPts val="600"/>
              </a:spcAft>
              <a:buSzPct val="100000"/>
              <a:buChar char="•"/>
            </a:pPr>
            <a:r>
              <a:rPr lang="en-US" sz="1300" dirty="0">
                <a:solidFill>
                  <a:srgbClr val="52514E"/>
                </a:solidFill>
                <a:latin typeface="Calibri" pitchFamily="34" charset="0"/>
                <a:ea typeface="Calibri" pitchFamily="34" charset="-122"/>
                <a:cs typeface="Calibri" pitchFamily="34" charset="-120"/>
              </a:rPr>
              <a:t>Split by party it is an X. Democrats spike when Trump takes office (2017, 2025). Republicans spike under Biden. The lines cross at every inauguration.</a:t>
            </a:r>
            <a:endParaRPr lang="en-US" sz="1300" dirty="0"/>
          </a:p>
          <a:p>
            <a:pPr marL="342900" indent="-342900">
              <a:spcAft>
                <a:spcPts val="600"/>
              </a:spcAft>
              <a:buSzPct val="100000"/>
              <a:buChar char="•"/>
            </a:pPr>
            <a:r>
              <a:rPr lang="en-US" sz="1300" dirty="0">
                <a:solidFill>
                  <a:srgbClr val="52514E"/>
                </a:solidFill>
                <a:latin typeface="Calibri" pitchFamily="34" charset="0"/>
                <a:ea typeface="Calibri" pitchFamily="34" charset="-122"/>
                <a:cs typeface="Calibri" pitchFamily="34" charset="-120"/>
              </a:rPr>
              <a:t>Each hand-over ratchets the floor higher: today's in-party (0.35) is angrier than 2017's out-party (0.34).</a:t>
            </a:r>
            <a:endParaRPr lang="en-US" sz="1300" dirty="0"/>
          </a:p>
        </p:txBody>
      </p:sp>
      <p:sp>
        <p:nvSpPr>
          <p:cNvPr id="6" name="Text 3"/>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1, CONTINUED</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Same rule, four presidencies</a:t>
            </a:r>
            <a:endParaRPr lang="en-US" sz="3400" dirty="0"/>
          </a:p>
        </p:txBody>
      </p:sp>
      <p:graphicFrame>
        <p:nvGraphicFramePr>
          <p:cNvPr id="4" name="Chart 0" descr=""/>
          <p:cNvGraphicFramePr/>
          <p:nvPr/>
        </p:nvGraphicFramePr>
        <p:xfrm>
          <a:off x="548640" y="137160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463040"/>
            <a:ext cx="3749040" cy="1417320"/>
          </a:xfrm>
          <a:prstGeom prst="roundRect">
            <a:avLst>
              <a:gd name="adj" fmla="val 5161"/>
            </a:avLst>
          </a:prstGeom>
          <a:solidFill>
            <a:srgbClr val="F1F0EC"/>
          </a:solidFill>
          <a:ln w="12700">
            <a:solidFill>
              <a:srgbClr val="F1F0EC"/>
            </a:solidFill>
            <a:prstDash val="solid"/>
          </a:ln>
        </p:spPr>
      </p:sp>
      <p:sp>
        <p:nvSpPr>
          <p:cNvPr id="6" name="Text 3"/>
          <p:cNvSpPr txBox="1"/>
          <p:nvPr/>
        </p:nvSpPr>
        <p:spPr>
          <a:xfrm>
            <a:off x="8001000" y="1572768"/>
            <a:ext cx="347472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0.18 vs 0.19</a:t>
            </a:r>
            <a:endParaRPr lang="en-US" sz="3000" dirty="0"/>
          </a:p>
        </p:txBody>
      </p:sp>
      <p:sp>
        <p:nvSpPr>
          <p:cNvPr id="7" name="Text 4"/>
          <p:cNvSpPr txBox="1"/>
          <p:nvPr/>
        </p:nvSpPr>
        <p:spPr>
          <a:xfrm>
            <a:off x="8001000" y="2304288"/>
            <a:ext cx="347472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Democrats and Republicans under Obama. Equal, and calm.</a:t>
            </a:r>
            <a:endParaRPr lang="en-US" sz="1150" dirty="0"/>
          </a:p>
        </p:txBody>
      </p:sp>
      <p:sp>
        <p:nvSpPr>
          <p:cNvPr id="8" name="Shape 5"/>
          <p:cNvSpPr/>
          <p:nvPr/>
        </p:nvSpPr>
        <p:spPr>
          <a:xfrm>
            <a:off x="7863840" y="3063240"/>
            <a:ext cx="3749040" cy="1417320"/>
          </a:xfrm>
          <a:prstGeom prst="roundRect">
            <a:avLst>
              <a:gd name="adj" fmla="val 5161"/>
            </a:avLst>
          </a:prstGeom>
          <a:solidFill>
            <a:srgbClr val="F1F0EC"/>
          </a:solidFill>
          <a:ln w="12700">
            <a:solidFill>
              <a:srgbClr val="F1F0EC"/>
            </a:solidFill>
            <a:prstDash val="solid"/>
          </a:ln>
        </p:spPr>
      </p:sp>
      <p:sp>
        <p:nvSpPr>
          <p:cNvPr id="9" name="Text 6"/>
          <p:cNvSpPr txBox="1"/>
          <p:nvPr/>
        </p:nvSpPr>
        <p:spPr>
          <a:xfrm>
            <a:off x="8001000" y="3172968"/>
            <a:ext cx="347472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0.12 to 0.17</a:t>
            </a:r>
            <a:endParaRPr lang="en-US" sz="3000" dirty="0"/>
          </a:p>
        </p:txBody>
      </p:sp>
      <p:sp>
        <p:nvSpPr>
          <p:cNvPr id="10" name="Text 7"/>
          <p:cNvSpPr txBox="1"/>
          <p:nvPr/>
        </p:nvSpPr>
        <p:spPr>
          <a:xfrm>
            <a:off x="8001000" y="3904488"/>
            <a:ext cx="347472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how much angrier the out-party has been than the in-party in every presidency since</a:t>
            </a:r>
            <a:endParaRPr lang="en-US" sz="1150" dirty="0"/>
          </a:p>
        </p:txBody>
      </p:sp>
      <p:sp>
        <p:nvSpPr>
          <p:cNvPr id="11" name="Shape 8"/>
          <p:cNvSpPr/>
          <p:nvPr/>
        </p:nvSpPr>
        <p:spPr>
          <a:xfrm>
            <a:off x="7863840" y="4663440"/>
            <a:ext cx="3749040" cy="1417320"/>
          </a:xfrm>
          <a:prstGeom prst="roundRect">
            <a:avLst>
              <a:gd name="adj" fmla="val 5161"/>
            </a:avLst>
          </a:prstGeom>
          <a:solidFill>
            <a:srgbClr val="F1F0EC"/>
          </a:solidFill>
          <a:ln w="12700">
            <a:solidFill>
              <a:srgbClr val="F1F0EC"/>
            </a:solidFill>
            <a:prstDash val="solid"/>
          </a:ln>
        </p:spPr>
      </p:sp>
      <p:sp>
        <p:nvSpPr>
          <p:cNvPr id="12" name="Text 9"/>
          <p:cNvSpPr txBox="1"/>
          <p:nvPr/>
        </p:nvSpPr>
        <p:spPr>
          <a:xfrm>
            <a:off x="8001000" y="4773168"/>
            <a:ext cx="3474720" cy="731520"/>
          </a:xfrm>
          <a:prstGeom prst="rect">
            <a:avLst/>
          </a:prstGeom>
          <a:noFill/>
          <a:ln/>
        </p:spPr>
        <p:txBody>
          <a:bodyPr wrap="square" lIns="0" tIns="0" rIns="0" bIns="0" rtlCol="0" anchor="ctr"/>
          <a:lstStyle/>
          <a:p>
            <a:pPr indent="0" marL="0">
              <a:buNone/>
            </a:pPr>
            <a:r>
              <a:rPr lang="en-US" sz="3000" b="1" dirty="0">
                <a:solidFill>
                  <a:srgbClr val="E34948"/>
                </a:solidFill>
                <a:latin typeface="Calibri" pitchFamily="34" charset="0"/>
                <a:ea typeface="Calibri" pitchFamily="34" charset="-122"/>
                <a:cs typeface="Calibri" pitchFamily="34" charset="-120"/>
              </a:rPr>
              <a:t>0.50</a:t>
            </a:r>
            <a:endParaRPr lang="en-US" sz="3000" dirty="0"/>
          </a:p>
        </p:txBody>
      </p:sp>
      <p:sp>
        <p:nvSpPr>
          <p:cNvPr id="13" name="Text 10"/>
          <p:cNvSpPr txBox="1"/>
          <p:nvPr/>
        </p:nvSpPr>
        <p:spPr>
          <a:xfrm>
            <a:off x="8001000" y="5504688"/>
            <a:ext cx="347472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Democrats in Trump's second term, the angriest any group has ever been</a:t>
            </a:r>
            <a:endParaRPr lang="en-US" sz="1150" dirty="0"/>
          </a:p>
        </p:txBody>
      </p:sp>
      <p:sp>
        <p:nvSpPr>
          <p:cNvPr id="14" name="Text 11"/>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Congress's most reliable source of anger is Congress</a:t>
            </a:r>
            <a:endParaRPr lang="en-US" sz="3400" dirty="0"/>
          </a:p>
        </p:txBody>
      </p:sp>
      <p:graphicFrame>
        <p:nvGraphicFramePr>
          <p:cNvPr id="4" name="Chart 0" descr=""/>
          <p:cNvGraphicFramePr/>
          <p:nvPr/>
        </p:nvGraphicFramePr>
        <p:xfrm>
          <a:off x="548640" y="1325880"/>
          <a:ext cx="704088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49240"/>
            <a:ext cx="7040880" cy="457200"/>
          </a:xfrm>
          <a:prstGeom prst="rect">
            <a:avLst/>
          </a:prstGeom>
          <a:noFill/>
          <a:ln/>
        </p:spPr>
        <p:txBody>
          <a:bodyPr wrap="square" lIns="0" tIns="0" rIns="0" bIns="0" rtlCol="0" anchor="t"/>
          <a:lstStyle/>
          <a:p>
            <a:pPr indent="0" marL="0">
              <a:buNone/>
            </a:pPr>
            <a:r>
              <a:rPr lang="en-US" sz="1100" i="1" dirty="0">
                <a:solidFill>
                  <a:srgbClr val="898781"/>
                </a:solidFill>
                <a:latin typeface="Calibri" pitchFamily="34" charset="0"/>
                <a:ea typeface="Calibri" pitchFamily="34" charset="-122"/>
                <a:cs typeface="Calibri" pitchFamily="34" charset="-120"/>
              </a:rPr>
              <a:t>Blue and red are braided together until 2017, then split into two bands and swap places at each inauguration.</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818120" y="1371600"/>
          <a:ext cx="3840480" cy="914400"/>
        </p:xfrm>
        <a:graphic>
          <a:graphicData uri="http://schemas.openxmlformats.org/drawingml/2006/table">
            <a:tbl>
              <a:tblPr/>
              <a:tblGrid>
                <a:gridCol w="914400"/>
                <a:gridCol w="2286000"/>
                <a:gridCol w="640080"/>
              </a:tblGrid>
              <a:tr h="384048">
                <a:tc>
                  <a:txBody>
                    <a:bodyPr/>
                    <a:lstStyle/>
                    <a:p>
                      <a:pPr indent="0" marL="0">
                        <a:buNone/>
                      </a:pPr>
                      <a:r>
                        <a:rPr lang="en-US" sz="950" b="1" dirty="0">
                          <a:solidFill>
                            <a:srgbClr val="52514E"/>
                          </a:solidFill>
                          <a:latin typeface="Calibri" pitchFamily="34" charset="0"/>
                          <a:ea typeface="Calibri" pitchFamily="34" charset="-122"/>
                          <a:cs typeface="Calibri" pitchFamily="34" charset="-120"/>
                        </a:rPr>
                        <a:t>Week</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b="1" dirty="0">
                          <a:solidFill>
                            <a:srgbClr val="52514E"/>
                          </a:solidFill>
                          <a:latin typeface="Calibri" pitchFamily="34" charset="0"/>
                          <a:ea typeface="Calibri" pitchFamily="34" charset="-122"/>
                          <a:cs typeface="Calibri" pitchFamily="34" charset="-120"/>
                        </a:rPr>
                        <a:t>Event</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b="1" dirty="0">
                          <a:solidFill>
                            <a:srgbClr val="52514E"/>
                          </a:solidFill>
                          <a:latin typeface="Calibri" pitchFamily="34" charset="0"/>
                          <a:ea typeface="Calibri" pitchFamily="34" charset="-122"/>
                          <a:cs typeface="Calibri" pitchFamily="34" charset="-120"/>
                        </a:rPr>
                        <a:t>Excess</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2013-09-30</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GOVERNMENT SHUTDOWN begins (Oct 1)</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+0.22</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2021-01-04</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JANUARY 6 Capitol attack</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+0.16</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2025-09-29</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GOVERNMENT SHUTDOWN begins (Oct 1), angriest week on record</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+0.14</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2019-01-07</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35-day shutdown peak; Trump Oval Office address</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+0.14</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2018-01-15</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GOVERNMENT SHUTDOWN (Jan 20 to 22)</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+0.12</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2011-04-04</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Near-shutdown, Apr 8 deadline</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2016-01-04</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Obama gun executive actions; ACA/PP repeal veto</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950" dirty="0">
                          <a:solidFill>
                            <a:srgbClr val="52514E"/>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818120" y="4572000"/>
            <a:ext cx="3840480" cy="1645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Four of the top five spikes are government shutdowns. January 6 is the only external event in that tier. Of the 40 biggest spikes, 13 are fiscal brinkmanship, about 10 are presidential actions, and 6 are violence or tragedy, the only weeks when the two party lines converge.</a:t>
            </a:r>
            <a:endParaRPr lang="en-US" sz="1150" dirty="0"/>
          </a:p>
        </p:txBody>
      </p:sp>
      <p:sp>
        <p:nvSpPr>
          <p:cNvPr id="8" name="Text 4"/>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3</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Anger keeps office hours</a:t>
            </a:r>
            <a:endParaRPr lang="en-US" sz="3400" dirty="0"/>
          </a:p>
        </p:txBody>
      </p:sp>
      <p:sp>
        <p:nvSpPr>
          <p:cNvPr id="4" name="Shape 2"/>
          <p:cNvSpPr/>
          <p:nvPr/>
        </p:nvSpPr>
        <p:spPr>
          <a:xfrm>
            <a:off x="548640" y="1463040"/>
            <a:ext cx="3566160" cy="1417320"/>
          </a:xfrm>
          <a:prstGeom prst="roundRect">
            <a:avLst>
              <a:gd name="adj" fmla="val 5161"/>
            </a:avLst>
          </a:prstGeom>
          <a:solidFill>
            <a:srgbClr val="F1F0EC"/>
          </a:solidFill>
          <a:ln w="12700">
            <a:solidFill>
              <a:srgbClr val="F1F0EC"/>
            </a:solidFill>
            <a:prstDash val="solid"/>
          </a:ln>
        </p:spPr>
      </p:sp>
      <p:sp>
        <p:nvSpPr>
          <p:cNvPr id="5" name="Text 3"/>
          <p:cNvSpPr txBox="1"/>
          <p:nvPr/>
        </p:nvSpPr>
        <p:spPr>
          <a:xfrm>
            <a:off x="685800" y="1572768"/>
            <a:ext cx="32918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13 of 16</a:t>
            </a:r>
            <a:endParaRPr lang="en-US" sz="3000" dirty="0"/>
          </a:p>
        </p:txBody>
      </p:sp>
      <p:sp>
        <p:nvSpPr>
          <p:cNvPr id="6" name="Text 4"/>
          <p:cNvSpPr txBox="1"/>
          <p:nvPr/>
        </p:nvSpPr>
        <p:spPr>
          <a:xfrm>
            <a:off x="685800" y="2304288"/>
            <a:ext cx="32918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years in which 9 pm to 4 am (home-state time) is angrier than that year's average. Working hours sit exactly on the average.</a:t>
            </a:r>
            <a:endParaRPr lang="en-US" sz="1150" dirty="0"/>
          </a:p>
        </p:txBody>
      </p:sp>
      <p:sp>
        <p:nvSpPr>
          <p:cNvPr id="7" name="Shape 5"/>
          <p:cNvSpPr/>
          <p:nvPr/>
        </p:nvSpPr>
        <p:spPr>
          <a:xfrm>
            <a:off x="4297680" y="1463040"/>
            <a:ext cx="3566160" cy="1417320"/>
          </a:xfrm>
          <a:prstGeom prst="roundRect">
            <a:avLst>
              <a:gd name="adj" fmla="val 5161"/>
            </a:avLst>
          </a:prstGeom>
          <a:solidFill>
            <a:srgbClr val="F1F0EC"/>
          </a:solidFill>
          <a:ln w="12700">
            <a:solidFill>
              <a:srgbClr val="F1F0EC"/>
            </a:solidFill>
            <a:prstDash val="solid"/>
          </a:ln>
        </p:spPr>
      </p:sp>
      <p:sp>
        <p:nvSpPr>
          <p:cNvPr id="8" name="Text 6"/>
          <p:cNvSpPr txBox="1"/>
          <p:nvPr/>
        </p:nvSpPr>
        <p:spPr>
          <a:xfrm>
            <a:off x="4434840" y="1572768"/>
            <a:ext cx="32918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14 of 16</a:t>
            </a:r>
            <a:endParaRPr lang="en-US" sz="3000" dirty="0"/>
          </a:p>
        </p:txBody>
      </p:sp>
      <p:sp>
        <p:nvSpPr>
          <p:cNvPr id="9" name="Text 7"/>
          <p:cNvSpPr txBox="1"/>
          <p:nvPr/>
        </p:nvSpPr>
        <p:spPr>
          <a:xfrm>
            <a:off x="4434840" y="2304288"/>
            <a:ext cx="32918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years in which August, the recess month, is calmer than the year's average</a:t>
            </a:r>
            <a:endParaRPr lang="en-US" sz="1150" dirty="0"/>
          </a:p>
        </p:txBody>
      </p:sp>
      <p:sp>
        <p:nvSpPr>
          <p:cNvPr id="10" name="Shape 8"/>
          <p:cNvSpPr/>
          <p:nvPr/>
        </p:nvSpPr>
        <p:spPr>
          <a:xfrm>
            <a:off x="8046720" y="1463040"/>
            <a:ext cx="3566160" cy="1417320"/>
          </a:xfrm>
          <a:prstGeom prst="roundRect">
            <a:avLst>
              <a:gd name="adj" fmla="val 5161"/>
            </a:avLst>
          </a:prstGeom>
          <a:solidFill>
            <a:srgbClr val="F1F0EC"/>
          </a:solidFill>
          <a:ln w="12700">
            <a:solidFill>
              <a:srgbClr val="F1F0EC"/>
            </a:solidFill>
            <a:prstDash val="solid"/>
          </a:ln>
        </p:spPr>
      </p:sp>
      <p:sp>
        <p:nvSpPr>
          <p:cNvPr id="11" name="Text 9"/>
          <p:cNvSpPr txBox="1"/>
          <p:nvPr/>
        </p:nvSpPr>
        <p:spPr>
          <a:xfrm>
            <a:off x="8183880" y="1572768"/>
            <a:ext cx="3291840" cy="731520"/>
          </a:xfrm>
          <a:prstGeom prst="rect">
            <a:avLst/>
          </a:prstGeom>
          <a:noFill/>
          <a:ln/>
        </p:spPr>
        <p:txBody>
          <a:bodyPr wrap="square" lIns="0" tIns="0" rIns="0" bIns="0" rtlCol="0" anchor="ctr"/>
          <a:lstStyle/>
          <a:p>
            <a:pPr indent="0" marL="0">
              <a:buNone/>
            </a:pPr>
            <a:r>
              <a:rPr lang="en-US" sz="3000" b="1" dirty="0">
                <a:solidFill>
                  <a:srgbClr val="0B0B0B"/>
                </a:solidFill>
                <a:latin typeface="Calibri" pitchFamily="34" charset="0"/>
                <a:ea typeface="Calibri" pitchFamily="34" charset="-122"/>
                <a:cs typeface="Calibri" pitchFamily="34" charset="-120"/>
              </a:rPr>
              <a:t>6 of 7</a:t>
            </a:r>
            <a:endParaRPr lang="en-US" sz="3000" dirty="0"/>
          </a:p>
        </p:txBody>
      </p:sp>
      <p:sp>
        <p:nvSpPr>
          <p:cNvPr id="12" name="Text 10"/>
          <p:cNvSpPr txBox="1"/>
          <p:nvPr/>
        </p:nvSpPr>
        <p:spPr>
          <a:xfrm>
            <a:off x="8183880" y="2304288"/>
            <a:ext cx="32918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elections where the final four weeks were calmer than the rest of the year. There is no ramp into November in any of eight cycles.</a:t>
            </a:r>
            <a:endParaRPr lang="en-US" sz="1150" dirty="0"/>
          </a:p>
        </p:txBody>
      </p:sp>
      <p:sp>
        <p:nvSpPr>
          <p:cNvPr id="13" name="Text 11"/>
          <p:cNvSpPr txBox="1"/>
          <p:nvPr/>
        </p:nvSpPr>
        <p:spPr>
          <a:xfrm>
            <a:off x="548640" y="3154680"/>
            <a:ext cx="11064240" cy="457200"/>
          </a:xfrm>
          <a:prstGeom prst="rect">
            <a:avLst/>
          </a:prstGeom>
          <a:noFill/>
          <a:ln/>
        </p:spPr>
        <p:txBody>
          <a:bodyPr wrap="square" lIns="0" tIns="0" rIns="0" bIns="0" rtlCol="0" anchor="t"/>
          <a:lstStyle/>
          <a:p>
            <a:pPr indent="0" marL="0">
              <a:buNone/>
            </a:pPr>
            <a:r>
              <a:rPr lang="en-US" sz="1200" i="1" dirty="0">
                <a:solidFill>
                  <a:srgbClr val="898781"/>
                </a:solidFill>
                <a:latin typeface="Calibri" pitchFamily="34" charset="0"/>
                <a:ea typeface="Calibri" pitchFamily="34" charset="-122"/>
                <a:cs typeface="Calibri" pitchFamily="34" charset="-120"/>
              </a:rPr>
              <a:t>Every curve is measured against its own year, so the steep 2011 to 2026 trend cannot masquerade as a daily or seasonal pattern.</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194560"/>
                <a:gridCol w="1463040"/>
                <a:gridCol w="1371600"/>
                <a:gridCol w="1371600"/>
              </a:tblGrid>
              <a:tr h="292608">
                <a:tc>
                  <a:txBody>
                    <a:bodyPr/>
                    <a:lstStyle/>
                    <a:p>
                      <a:pPr indent="0" marL="0">
                        <a:buNone/>
                      </a:pPr>
                      <a:r>
                        <a:rPr lang="en-US" sz="1100" b="1" dirty="0">
                          <a:solidFill>
                            <a:srgbClr val="52514E"/>
                          </a:solidFill>
                          <a:latin typeface="Calibri" pitchFamily="34" charset="0"/>
                          <a:ea typeface="Calibri" pitchFamily="34" charset="-122"/>
                          <a:cs typeface="Calibri" pitchFamily="34" charset="-120"/>
                        </a:rPr>
                        <a:t>Member</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52514E"/>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52514E"/>
                          </a:solidFill>
                          <a:latin typeface="Calibri" pitchFamily="34" charset="0"/>
                          <a:ea typeface="Calibri" pitchFamily="34" charset="-122"/>
                          <a:cs typeface="Calibri" pitchFamily="34" charset="-120"/>
                        </a:rPr>
                        <a:t>Angry by day</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52514E"/>
                          </a:solidFill>
                          <a:latin typeface="Calibri" pitchFamily="34" charset="0"/>
                          <a:ea typeface="Calibri" pitchFamily="34" charset="-122"/>
                          <a:cs typeface="Calibri" pitchFamily="34" charset="-120"/>
                        </a:rPr>
                        <a:t>Angry at night</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Mike Levin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night owl</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Mazie K. Hirono</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night owl</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Joe Wilson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night owl</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Jason Crow</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night owl</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Bill Hagerty</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morning person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Ronny Jackson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morning person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Jim Jordan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morning person</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52514E"/>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91440" marR="9144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15" name="Text 12"/>
          <p:cNvSpPr txBox="1"/>
          <p:nvPr/>
        </p:nvSpPr>
        <p:spPr>
          <a:xfrm>
            <a:off x="7315200" y="3749040"/>
            <a:ext cx="4297680" cy="2286000"/>
          </a:xfrm>
          <a:prstGeom prst="rect">
            <a:avLst/>
          </a:prstGeom>
          <a:noFill/>
          <a:ln/>
        </p:spPr>
        <p:txBody>
          <a:bodyPr wrap="square" lIns="0" tIns="0" rIns="0" bIns="0" rtlCol="0" anchor="t"/>
          <a:lstStyle/>
          <a:p>
            <a:pPr indent="0" marL="0">
              <a:buNone/>
            </a:pPr>
            <a:r>
              <a:rPr lang="en-US" sz="1250" dirty="0">
                <a:solidFill>
                  <a:srgbClr val="52514E"/>
                </a:solidFill>
                <a:latin typeface="Calibri" pitchFamily="34" charset="0"/>
                <a:ea typeface="Calibri" pitchFamily="34" charset="-122"/>
                <a:cs typeface="Calibri" pitchFamily="34" charset="-120"/>
              </a:rPr>
              <a:t>Some members run on their own clock. Mike Levin is a mild 25% angry by day and 56% after dark. Bill Hagerty is the opposite. The web story turns these nine into an animated day on the Hill, sunrise to sunset, with faces driven by the hourly numbers.</a:t>
            </a:r>
            <a:endParaRPr lang="en-US" sz="1250" dirty="0"/>
          </a:p>
        </p:txBody>
      </p:sp>
      <p:sp>
        <p:nvSpPr>
          <p:cNvPr id="16" name="Text 13"/>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4</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The anger forecast</a:t>
            </a:r>
            <a:endParaRPr lang="en-US" sz="3400" dirty="0"/>
          </a:p>
        </p:txBody>
      </p:sp>
      <p:graphicFrame>
        <p:nvGraphicFramePr>
          <p:cNvPr id="4" name="Chart 0" descr=""/>
          <p:cNvGraphicFramePr/>
          <p:nvPr/>
        </p:nvGraphicFramePr>
        <p:xfrm>
          <a:off x="548640" y="13716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63040"/>
            <a:ext cx="4023360" cy="4572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52514E"/>
                </a:solidFill>
                <a:latin typeface="Calibri" pitchFamily="34" charset="0"/>
                <a:ea typeface="Calibri" pitchFamily="34" charset="-122"/>
                <a:cs typeface="Calibri" pitchFamily="34" charset="-120"/>
              </a:rPr>
              <a:t>Overall, 29% of tweets are angry. Knowing the party tells you nothing (29%).</a:t>
            </a:r>
            <a:endParaRPr lang="en-US" sz="1250" dirty="0"/>
          </a:p>
          <a:p>
            <a:pPr marL="342900" indent="-342900">
              <a:spcAft>
                <a:spcPts val="600"/>
              </a:spcAft>
              <a:buSzPct val="100000"/>
              <a:buChar char="•"/>
            </a:pPr>
            <a:r>
              <a:rPr lang="en-US" sz="1250" dirty="0">
                <a:solidFill>
                  <a:srgbClr val="52514E"/>
                </a:solidFill>
                <a:latin typeface="Calibri" pitchFamily="34" charset="0"/>
                <a:ea typeface="Calibri" pitchFamily="34" charset="-122"/>
                <a:cs typeface="Calibri" pitchFamily="34" charset="-120"/>
              </a:rPr>
              <a:t>Knowing the party and the president moves it to 52%. The hour adds nothing on top.</a:t>
            </a:r>
            <a:endParaRPr lang="en-US" sz="1250" dirty="0"/>
          </a:p>
          <a:p>
            <a:pPr marL="342900" indent="-342900">
              <a:spcAft>
                <a:spcPts val="600"/>
              </a:spcAft>
              <a:buSzPct val="100000"/>
              <a:buChar char="•"/>
            </a:pPr>
            <a:r>
              <a:rPr lang="en-US" sz="1250" dirty="0">
                <a:solidFill>
                  <a:srgbClr val="52514E"/>
                </a:solidFill>
                <a:latin typeface="Calibri" pitchFamily="34" charset="0"/>
                <a:ea typeface="Calibri" pitchFamily="34" charset="-122"/>
                <a:cs typeface="Calibri" pitchFamily="34" charset="-120"/>
              </a:rPr>
              <a:t>Knowing the person makes it nearly certain: Chris Van Hollen, 9 to 5, in Trump's second term, is a 90% forecast. If Patty Murray tweets before sunrise in that period, 84% of the time it's angry.</a:t>
            </a:r>
            <a:endParaRPr lang="en-US" sz="1250" dirty="0"/>
          </a:p>
          <a:p>
            <a:pPr marL="342900" indent="-342900">
              <a:spcAft>
                <a:spcPts val="600"/>
              </a:spcAft>
              <a:buSzPct val="100000"/>
              <a:buChar char="•"/>
            </a:pPr>
            <a:r>
              <a:rPr lang="en-US" sz="1250" dirty="0">
                <a:solidFill>
                  <a:srgbClr val="52514E"/>
                </a:solidFill>
                <a:latin typeface="Calibri" pitchFamily="34" charset="0"/>
                <a:ea typeface="Calibri" pitchFamily="34" charset="-122"/>
                <a:cs typeface="Calibri" pitchFamily="34" charset="-120"/>
              </a:rPr>
              <a:t>Volume predicts anger too (Spearman 0.31). Everyone who tweets more than seven times a day is angrier than average. Except Cory Booker: 8.5 tweets a day, 18% angry.</a:t>
            </a:r>
            <a:endParaRPr lang="en-US" sz="1250" dirty="0"/>
          </a:p>
        </p:txBody>
      </p:sp>
      <p:sp>
        <p:nvSpPr>
          <p:cNvPr id="6" name="Text 3"/>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5</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Nobody unites from opposition</a:t>
            </a:r>
            <a:endParaRPr lang="en-US" sz="3400" dirty="0"/>
          </a:p>
        </p:txBody>
      </p:sp>
      <p:graphicFrame>
        <p:nvGraphicFramePr>
          <p:cNvPr id="4" name="Chart 0" descr=""/>
          <p:cNvGraphicFramePr/>
          <p:nvPr/>
        </p:nvGraphicFramePr>
        <p:xfrm>
          <a:off x="548640" y="1371600"/>
          <a:ext cx="56692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548640" y="3931920"/>
          <a:ext cx="5669280" cy="23774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6492240" y="1371600"/>
          <a:ext cx="5166360" cy="251460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492240" y="3977640"/>
            <a:ext cx="5166360" cy="23774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2514E"/>
                </a:solidFill>
                <a:latin typeface="Calibri" pitchFamily="34" charset="0"/>
                <a:ea typeface="Calibri" pitchFamily="34" charset="-122"/>
                <a:cs typeface="Calibri" pitchFamily="34" charset="-120"/>
              </a:rPr>
              <a:t>Polarizing tweets belong to the out-party: Democrats 17% in 2017, Republicans 25% in 2022, Democrats 35% in 2025, the record.</a:t>
            </a:r>
            <a:endParaRPr lang="en-US" sz="1150" dirty="0"/>
          </a:p>
          <a:p>
            <a:pPr marL="342900" indent="-342900">
              <a:spcAft>
                <a:spcPts val="600"/>
              </a:spcAft>
              <a:buSzPct val="100000"/>
              <a:buChar char="•"/>
            </a:pPr>
            <a:r>
              <a:rPr lang="en-US" sz="1150" dirty="0">
                <a:solidFill>
                  <a:srgbClr val="52514E"/>
                </a:solidFill>
                <a:latin typeface="Calibri" pitchFamily="34" charset="0"/>
                <a:ea typeface="Calibri" pitchFamily="34" charset="-122"/>
                <a:cs typeface="Calibri" pitchFamily="34" charset="-120"/>
              </a:rPr>
              <a:t>Civic unity belongs to the in-party. Republicans' peak is 2018, Democrats' is 2024. In 2025 both fall to 2.6%.</a:t>
            </a:r>
            <a:endParaRPr lang="en-US" sz="1150" dirty="0"/>
          </a:p>
          <a:p>
            <a:pPr marL="342900" indent="-342900">
              <a:spcAft>
                <a:spcPts val="600"/>
              </a:spcAft>
              <a:buSzPct val="100000"/>
              <a:buChar char="•"/>
            </a:pPr>
            <a:r>
              <a:rPr lang="en-US" sz="1150" dirty="0">
                <a:solidFill>
                  <a:srgbClr val="52514E"/>
                </a:solidFill>
                <a:latin typeface="Calibri" pitchFamily="34" charset="0"/>
                <a:ea typeface="Calibri" pitchFamily="34" charset="-122"/>
                <a:cs typeface="Calibri" pitchFamily="34" charset="-120"/>
              </a:rPr>
              <a:t>The parties felt roughly the same things until 2016, split in 2017 (anger), came back together in 2020 (the pandemic year), and have been apart since 2021, where the gap is optimism, and in 2025, disgust.</a:t>
            </a:r>
            <a:endParaRPr lang="en-US" sz="1150" dirty="0"/>
          </a:p>
        </p:txBody>
      </p:sp>
      <p:sp>
        <p:nvSpPr>
          <p:cNvPr id="8" name="Text 3"/>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RESULT 6</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Two networks, one Congress</a:t>
            </a:r>
            <a:endParaRPr lang="en-US" sz="3400" dirty="0"/>
          </a:p>
        </p:txBody>
      </p:sp>
      <p:pic>
        <p:nvPicPr>
          <p:cNvPr id="4" name="Image 0" descr="C:\Users\user\Documents\Projects\HopHacks\figures\network_preview.png">    </p:cNvPr>
          <p:cNvPicPr>
            <a:picLocks noChangeAspect="1"/>
          </p:cNvPicPr>
          <p:nvPr/>
        </p:nvPicPr>
        <p:blipFill>
          <a:blip r:embed="rId1"/>
          <a:stretch>
            <a:fillRect/>
          </a:stretch>
        </p:blipFill>
        <p:spPr>
          <a:xfrm>
            <a:off x="548640" y="1325880"/>
            <a:ext cx="7223760" cy="3611880"/>
          </a:xfrm>
          <a:prstGeom prst="rect">
            <a:avLst/>
          </a:prstGeom>
        </p:spPr>
      </p:pic>
      <p:sp>
        <p:nvSpPr>
          <p:cNvPr id="5" name="Text 2"/>
          <p:cNvSpPr txBox="1"/>
          <p:nvPr/>
        </p:nvSpPr>
        <p:spPr>
          <a:xfrm>
            <a:off x="548640" y="4983480"/>
            <a:ext cx="7223760" cy="640080"/>
          </a:xfrm>
          <a:prstGeom prst="rect">
            <a:avLst/>
          </a:prstGeom>
          <a:noFill/>
          <a:ln/>
        </p:spPr>
        <p:txBody>
          <a:bodyPr wrap="square" lIns="0" tIns="0" rIns="0" bIns="0" rtlCol="0" anchor="t"/>
          <a:lstStyle/>
          <a:p>
            <a:pPr indent="0" marL="0">
              <a:buNone/>
            </a:pPr>
            <a:r>
              <a:rPr lang="en-US" sz="1050" i="1" dirty="0">
                <a:solidFill>
                  <a:srgbClr val="898781"/>
                </a:solidFill>
                <a:latin typeface="Calibri" pitchFamily="34" charset="0"/>
                <a:ea typeface="Calibri" pitchFamily="34" charset="-122"/>
                <a:cs typeface="Calibri" pitchFamily="34" charset="-120"/>
              </a:rPr>
              <a:t>Left: who retweets whom. Right: who addresses whom in public with .@ (a call-out when it crosses the aisle). Democrats on the left arc, Republicans on the right, hubs nearest the centre, line width by tweet count.</a:t>
            </a:r>
            <a:endParaRPr lang="en-US" sz="1050" dirty="0"/>
          </a:p>
        </p:txBody>
      </p:sp>
      <p:sp>
        <p:nvSpPr>
          <p:cNvPr id="6" name="Shape 3"/>
          <p:cNvSpPr/>
          <p:nvPr/>
        </p:nvSpPr>
        <p:spPr>
          <a:xfrm>
            <a:off x="8046720" y="1371600"/>
            <a:ext cx="3566160" cy="1417320"/>
          </a:xfrm>
          <a:prstGeom prst="roundRect">
            <a:avLst>
              <a:gd name="adj" fmla="val 5161"/>
            </a:avLst>
          </a:prstGeom>
          <a:solidFill>
            <a:srgbClr val="F1F0EC"/>
          </a:solidFill>
          <a:ln w="12700">
            <a:solidFill>
              <a:srgbClr val="F1F0EC"/>
            </a:solidFill>
            <a:prstDash val="solid"/>
          </a:ln>
        </p:spPr>
      </p:sp>
      <p:sp>
        <p:nvSpPr>
          <p:cNvPr id="7" name="Text 4"/>
          <p:cNvSpPr txBox="1"/>
          <p:nvPr/>
        </p:nvSpPr>
        <p:spPr>
          <a:xfrm>
            <a:off x="8183880" y="1481328"/>
            <a:ext cx="3291840" cy="731520"/>
          </a:xfrm>
          <a:prstGeom prst="rect">
            <a:avLst/>
          </a:prstGeom>
          <a:noFill/>
          <a:ln/>
        </p:spPr>
        <p:txBody>
          <a:bodyPr wrap="square" lIns="0" tIns="0" rIns="0" bIns="0" rtlCol="0" anchor="ctr"/>
          <a:lstStyle/>
          <a:p>
            <a:pPr indent="0" marL="0">
              <a:buNone/>
            </a:pPr>
            <a:r>
              <a:rPr lang="en-US" sz="3000" b="1" dirty="0">
                <a:solidFill>
                  <a:srgbClr val="EDA100"/>
                </a:solidFill>
                <a:latin typeface="Calibri" pitchFamily="34" charset="0"/>
                <a:ea typeface="Calibri" pitchFamily="34" charset="-122"/>
                <a:cs typeface="Calibri" pitchFamily="34" charset="-120"/>
              </a:rPr>
              <a:t>2% cross the aisle</a:t>
            </a:r>
            <a:endParaRPr lang="en-US" sz="3000" dirty="0"/>
          </a:p>
        </p:txBody>
      </p:sp>
      <p:sp>
        <p:nvSpPr>
          <p:cNvPr id="8" name="Text 5"/>
          <p:cNvSpPr txBox="1"/>
          <p:nvPr/>
        </p:nvSpPr>
        <p:spPr>
          <a:xfrm>
            <a:off x="8183880" y="2212848"/>
            <a:ext cx="32918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of 64,456 retweets of fellow members. Their anger: 0.16, the calmest tweets in Congress (0.40 within a party).</a:t>
            </a:r>
            <a:endParaRPr lang="en-US" sz="1150" dirty="0"/>
          </a:p>
        </p:txBody>
      </p:sp>
      <p:sp>
        <p:nvSpPr>
          <p:cNvPr id="9" name="Shape 6"/>
          <p:cNvSpPr/>
          <p:nvPr/>
        </p:nvSpPr>
        <p:spPr>
          <a:xfrm>
            <a:off x="8046720" y="2971800"/>
            <a:ext cx="3566160" cy="1417320"/>
          </a:xfrm>
          <a:prstGeom prst="roundRect">
            <a:avLst>
              <a:gd name="adj" fmla="val 5161"/>
            </a:avLst>
          </a:prstGeom>
          <a:solidFill>
            <a:srgbClr val="F1F0EC"/>
          </a:solidFill>
          <a:ln w="12700">
            <a:solidFill>
              <a:srgbClr val="F1F0EC"/>
            </a:solidFill>
            <a:prstDash val="solid"/>
          </a:ln>
        </p:spPr>
      </p:sp>
      <p:sp>
        <p:nvSpPr>
          <p:cNvPr id="10" name="Text 7"/>
          <p:cNvSpPr txBox="1"/>
          <p:nvPr/>
        </p:nvSpPr>
        <p:spPr>
          <a:xfrm>
            <a:off x="8183880" y="3081528"/>
            <a:ext cx="3291840" cy="731520"/>
          </a:xfrm>
          <a:prstGeom prst="rect">
            <a:avLst/>
          </a:prstGeom>
          <a:noFill/>
          <a:ln/>
        </p:spPr>
        <p:txBody>
          <a:bodyPr wrap="square" lIns="0" tIns="0" rIns="0" bIns="0" rtlCol="0" anchor="ctr"/>
          <a:lstStyle/>
          <a:p>
            <a:pPr indent="0" marL="0">
              <a:buNone/>
            </a:pPr>
            <a:r>
              <a:rPr lang="en-US" sz="3000" b="1" dirty="0">
                <a:solidFill>
                  <a:srgbClr val="E34948"/>
                </a:solidFill>
                <a:latin typeface="Calibri" pitchFamily="34" charset="0"/>
                <a:ea typeface="Calibri" pitchFamily="34" charset="-122"/>
                <a:cs typeface="Calibri" pitchFamily="34" charset="-120"/>
              </a:rPr>
              <a:t>37% cross the aisle</a:t>
            </a:r>
            <a:endParaRPr lang="en-US" sz="3000" dirty="0"/>
          </a:p>
        </p:txBody>
      </p:sp>
      <p:sp>
        <p:nvSpPr>
          <p:cNvPr id="11" name="Text 8"/>
          <p:cNvSpPr txBox="1"/>
          <p:nvPr/>
        </p:nvSpPr>
        <p:spPr>
          <a:xfrm>
            <a:off x="8183880" y="3813048"/>
            <a:ext cx="3291840" cy="50292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of 4,706 public call-outs. Their anger: 0.61, the angriest (0.30 within a party).</a:t>
            </a:r>
            <a:endParaRPr lang="en-US" sz="1150" dirty="0"/>
          </a:p>
        </p:txBody>
      </p:sp>
      <p:sp>
        <p:nvSpPr>
          <p:cNvPr id="12" name="Text 9"/>
          <p:cNvSpPr txBox="1"/>
          <p:nvPr/>
        </p:nvSpPr>
        <p:spPr>
          <a:xfrm>
            <a:off x="8046720" y="4572000"/>
            <a:ext cx="3566160" cy="1554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Lightning rods: Pelosi (514 call-outs, anger 0.76), McConnell (338, 0.63), Schumer (136, 0.82). Bridges: Massie, DeGette, McCain. Massie and McCain are on both lists, the only people both sides retweet and yell at.</a:t>
            </a:r>
            <a:endParaRPr lang="en-US" sz="1150" dirty="0"/>
          </a:p>
        </p:txBody>
      </p:sp>
      <p:sp>
        <p:nvSpPr>
          <p:cNvPr id="13" name="Text 10"/>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1672" cy="274320"/>
          </a:xfrm>
          <a:prstGeom prst="rect">
            <a:avLst/>
          </a:prstGeom>
          <a:noFill/>
          <a:ln/>
        </p:spPr>
        <p:txBody>
          <a:bodyPr wrap="square" lIns="0" tIns="0" rIns="0" bIns="0" rtlCol="0" anchor="ctr"/>
          <a:lstStyle/>
          <a:p>
            <a:pPr indent="0" marL="0">
              <a:buNone/>
            </a:pPr>
            <a:r>
              <a:rPr lang="en-US" sz="1100" spc="200" kern="0" dirty="0">
                <a:solidFill>
                  <a:srgbClr val="898781"/>
                </a:solidFill>
                <a:latin typeface="Calibri" pitchFamily="34" charset="0"/>
                <a:ea typeface="Calibri" pitchFamily="34" charset="-122"/>
                <a:cs typeface="Calibri" pitchFamily="34" charset="-120"/>
              </a:rPr>
              <a:t>THE PATTERNS</a:t>
            </a:r>
            <a:endParaRPr lang="en-US" sz="1100" dirty="0"/>
          </a:p>
        </p:txBody>
      </p:sp>
      <p:sp>
        <p:nvSpPr>
          <p:cNvPr id="3" name="Text 1"/>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Five things the data keeps saying</a:t>
            </a:r>
            <a:endParaRPr lang="en-US" sz="3400" dirty="0"/>
          </a:p>
        </p:txBody>
      </p:sp>
      <p:sp>
        <p:nvSpPr>
          <p:cNvPr id="4" name="Shape 2"/>
          <p:cNvSpPr/>
          <p:nvPr/>
        </p:nvSpPr>
        <p:spPr>
          <a:xfrm>
            <a:off x="548640" y="1481328"/>
            <a:ext cx="502920" cy="502920"/>
          </a:xfrm>
          <a:prstGeom prst="ellipse">
            <a:avLst/>
          </a:prstGeom>
          <a:solidFill>
            <a:srgbClr val="0B0B0B"/>
          </a:solidFill>
          <a:ln w="12700">
            <a:solidFill>
              <a:srgbClr val="0B0B0B"/>
            </a:solidFill>
            <a:prstDash val="solid"/>
          </a:ln>
        </p:spPr>
      </p:sp>
      <p:sp>
        <p:nvSpPr>
          <p:cNvPr id="5" name="Text 3"/>
          <p:cNvSpPr txBox="1"/>
          <p:nvPr/>
        </p:nvSpPr>
        <p:spPr>
          <a:xfrm>
            <a:off x="548640" y="148132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280160" y="1371600"/>
            <a:ext cx="3840480" cy="77724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Anger is positional, not personal</a:t>
            </a:r>
            <a:endParaRPr lang="en-US" sz="1700" dirty="0"/>
          </a:p>
        </p:txBody>
      </p:sp>
      <p:sp>
        <p:nvSpPr>
          <p:cNvPr id="7" name="Text 5"/>
          <p:cNvSpPr txBox="1"/>
          <p:nvPr/>
        </p:nvSpPr>
        <p:spPr>
          <a:xfrm>
            <a:off x="5212080" y="1371600"/>
            <a:ext cx="6400800" cy="86868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The same people are calm in power and furious out of it. Age adds nothing once you know the party: the within-person slope is a tight zero.</a:t>
            </a:r>
            <a:endParaRPr lang="en-US" sz="1250" dirty="0"/>
          </a:p>
        </p:txBody>
      </p:sp>
      <p:sp>
        <p:nvSpPr>
          <p:cNvPr id="8" name="Shape 6"/>
          <p:cNvSpPr/>
          <p:nvPr/>
        </p:nvSpPr>
        <p:spPr>
          <a:xfrm>
            <a:off x="548640" y="2468880"/>
            <a:ext cx="502920" cy="502920"/>
          </a:xfrm>
          <a:prstGeom prst="ellipse">
            <a:avLst/>
          </a:prstGeom>
          <a:solidFill>
            <a:srgbClr val="0B0B0B"/>
          </a:solidFill>
          <a:ln w="12700">
            <a:solidFill>
              <a:srgbClr val="0B0B0B"/>
            </a:solidFill>
            <a:prstDash val="solid"/>
          </a:ln>
        </p:spPr>
      </p:sp>
      <p:sp>
        <p:nvSpPr>
          <p:cNvPr id="9" name="Text 7"/>
          <p:cNvSpPr txBox="1"/>
          <p:nvPr/>
        </p:nvSpPr>
        <p:spPr>
          <a:xfrm>
            <a:off x="548640" y="24688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280160" y="2359152"/>
            <a:ext cx="3840480" cy="77724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Events beat the calendar</a:t>
            </a:r>
            <a:endParaRPr lang="en-US" sz="1700" dirty="0"/>
          </a:p>
        </p:txBody>
      </p:sp>
      <p:sp>
        <p:nvSpPr>
          <p:cNvPr id="11" name="Text 9"/>
          <p:cNvSpPr txBox="1"/>
          <p:nvPr/>
        </p:nvSpPr>
        <p:spPr>
          <a:xfrm>
            <a:off x="5212080" y="2359152"/>
            <a:ext cx="6400800" cy="86868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No ramp into elections in eight cycles. Shutdowns, Jan 6 and presidential actions make the spikes. The month before an election is the calm one.</a:t>
            </a:r>
            <a:endParaRPr lang="en-US" sz="1250" dirty="0"/>
          </a:p>
        </p:txBody>
      </p:sp>
      <p:sp>
        <p:nvSpPr>
          <p:cNvPr id="12" name="Shape 10"/>
          <p:cNvSpPr/>
          <p:nvPr/>
        </p:nvSpPr>
        <p:spPr>
          <a:xfrm>
            <a:off x="548640" y="3456432"/>
            <a:ext cx="502920" cy="502920"/>
          </a:xfrm>
          <a:prstGeom prst="ellipse">
            <a:avLst/>
          </a:prstGeom>
          <a:solidFill>
            <a:srgbClr val="0B0B0B"/>
          </a:solidFill>
          <a:ln w="12700">
            <a:solidFill>
              <a:srgbClr val="0B0B0B"/>
            </a:solidFill>
            <a:prstDash val="solid"/>
          </a:ln>
        </p:spPr>
      </p:sp>
      <p:sp>
        <p:nvSpPr>
          <p:cNvPr id="13" name="Text 11"/>
          <p:cNvSpPr txBox="1"/>
          <p:nvPr/>
        </p:nvSpPr>
        <p:spPr>
          <a:xfrm>
            <a:off x="548640" y="345643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280160" y="3346704"/>
            <a:ext cx="3840480" cy="77724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Volume predicts anger</a:t>
            </a:r>
            <a:endParaRPr lang="en-US" sz="1700" dirty="0"/>
          </a:p>
        </p:txBody>
      </p:sp>
      <p:sp>
        <p:nvSpPr>
          <p:cNvPr id="15" name="Text 13"/>
          <p:cNvSpPr txBox="1"/>
          <p:nvPr/>
        </p:nvSpPr>
        <p:spPr>
          <a:xfrm>
            <a:off x="5212080" y="3346704"/>
            <a:ext cx="6400800" cy="86868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The prolific are angry, because anger is the high-volume genre. The one exception, Cory Booker, is the kind of thing a reader remembers.</a:t>
            </a:r>
            <a:endParaRPr lang="en-US" sz="1250" dirty="0"/>
          </a:p>
        </p:txBody>
      </p:sp>
      <p:sp>
        <p:nvSpPr>
          <p:cNvPr id="16" name="Shape 14"/>
          <p:cNvSpPr/>
          <p:nvPr/>
        </p:nvSpPr>
        <p:spPr>
          <a:xfrm>
            <a:off x="548640" y="4443984"/>
            <a:ext cx="502920" cy="502920"/>
          </a:xfrm>
          <a:prstGeom prst="ellipse">
            <a:avLst/>
          </a:prstGeom>
          <a:solidFill>
            <a:srgbClr val="0B0B0B"/>
          </a:solidFill>
          <a:ln w="12700">
            <a:solidFill>
              <a:srgbClr val="0B0B0B"/>
            </a:solidFill>
            <a:prstDash val="solid"/>
          </a:ln>
        </p:spPr>
      </p:sp>
      <p:sp>
        <p:nvSpPr>
          <p:cNvPr id="17" name="Text 15"/>
          <p:cNvSpPr txBox="1"/>
          <p:nvPr/>
        </p:nvSpPr>
        <p:spPr>
          <a:xfrm>
            <a:off x="548640" y="4443984"/>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280160" y="4334256"/>
            <a:ext cx="3840480" cy="77724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The medium is the mood</a:t>
            </a:r>
            <a:endParaRPr lang="en-US" sz="1700" dirty="0"/>
          </a:p>
        </p:txBody>
      </p:sp>
      <p:sp>
        <p:nvSpPr>
          <p:cNvPr id="19" name="Text 17"/>
          <p:cNvSpPr txBox="1"/>
          <p:nvPr/>
        </p:nvSpPr>
        <p:spPr>
          <a:xfrm>
            <a:off x="5212080" y="4334256"/>
            <a:ext cx="6400800" cy="86868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Retweets across the aisle are the calmest tweets we have. Call-outs across the aisle are the angriest, and they go straight to party leaders.</a:t>
            </a:r>
            <a:endParaRPr lang="en-US" sz="1250" dirty="0"/>
          </a:p>
        </p:txBody>
      </p:sp>
      <p:sp>
        <p:nvSpPr>
          <p:cNvPr id="20" name="Shape 18"/>
          <p:cNvSpPr/>
          <p:nvPr/>
        </p:nvSpPr>
        <p:spPr>
          <a:xfrm>
            <a:off x="548640" y="5431536"/>
            <a:ext cx="502920" cy="502920"/>
          </a:xfrm>
          <a:prstGeom prst="ellipse">
            <a:avLst/>
          </a:prstGeom>
          <a:solidFill>
            <a:srgbClr val="E34948"/>
          </a:solidFill>
          <a:ln w="12700">
            <a:solidFill>
              <a:srgbClr val="E34948"/>
            </a:solidFill>
            <a:prstDash val="solid"/>
          </a:ln>
        </p:spPr>
      </p:sp>
      <p:sp>
        <p:nvSpPr>
          <p:cNvPr id="21" name="Text 19"/>
          <p:cNvSpPr txBox="1"/>
          <p:nvPr/>
        </p:nvSpPr>
        <p:spPr>
          <a:xfrm>
            <a:off x="548640" y="5431536"/>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280160" y="5321808"/>
            <a:ext cx="3840480" cy="777240"/>
          </a:xfrm>
          <a:prstGeom prst="rect">
            <a:avLst/>
          </a:prstGeom>
          <a:noFill/>
          <a:ln/>
        </p:spPr>
        <p:txBody>
          <a:bodyPr wrap="square" lIns="0" tIns="0" rIns="0" bIns="0" rtlCol="0" anchor="ctr"/>
          <a:lstStyle/>
          <a:p>
            <a:pPr indent="0" marL="0">
              <a:buNone/>
            </a:pPr>
            <a:r>
              <a:rPr lang="en-US" sz="1700" b="1" dirty="0">
                <a:solidFill>
                  <a:srgbClr val="0B0B0B"/>
                </a:solidFill>
                <a:latin typeface="Cambria" pitchFamily="34" charset="0"/>
                <a:ea typeface="Cambria" pitchFamily="34" charset="-122"/>
                <a:cs typeface="Cambria" pitchFamily="34" charset="-120"/>
              </a:rPr>
              <a:t>The floor ratchets</a:t>
            </a:r>
            <a:endParaRPr lang="en-US" sz="1700" dirty="0"/>
          </a:p>
        </p:txBody>
      </p:sp>
      <p:sp>
        <p:nvSpPr>
          <p:cNvPr id="23" name="Text 21"/>
          <p:cNvSpPr txBox="1"/>
          <p:nvPr/>
        </p:nvSpPr>
        <p:spPr>
          <a:xfrm>
            <a:off x="5212080" y="5321808"/>
            <a:ext cx="6400800" cy="868680"/>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Every hand-over of the White House leaves the baseline higher than it found it. The in-party of 2025 is angrier than the out-party of 2017.</a:t>
            </a:r>
            <a:endParaRPr lang="en-US" sz="1250" dirty="0"/>
          </a:p>
        </p:txBody>
      </p:sp>
      <p:sp>
        <p:nvSpPr>
          <p:cNvPr id="24" name="Text 22"/>
          <p:cNvSpPr txBox="1"/>
          <p:nvPr/>
        </p:nvSpPr>
        <p:spPr>
          <a:xfrm>
            <a:off x="548640" y="6446520"/>
            <a:ext cx="11091672"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What's making US angry?  ·  HopHacks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6F7B98"/>
        </a:solidFill>
      </p:bgPr>
    </p:bg>
    <p:spTree>
      <p:nvGrpSpPr>
        <p:cNvPr id="1" name=""/>
        <p:cNvGrpSpPr/>
        <p:nvPr/>
      </p:nvGrpSpPr>
      <p:grpSpPr>
        <a:xfrm>
          <a:off x="0" y="0"/>
          <a:ext cx="0" cy="0"/>
          <a:chOff x="0" y="0"/>
          <a:chExt cx="0" cy="0"/>
        </a:xfrm>
      </p:grpSpPr>
      <p:sp>
        <p:nvSpPr>
          <p:cNvPr id="2" name="Text 0"/>
          <p:cNvSpPr txBox="1"/>
          <p:nvPr/>
        </p:nvSpPr>
        <p:spPr>
          <a:xfrm>
            <a:off x="548640" y="640080"/>
            <a:ext cx="7315200" cy="320040"/>
          </a:xfrm>
          <a:prstGeom prst="rect">
            <a:avLst/>
          </a:prstGeom>
          <a:noFill/>
          <a:ln/>
        </p:spPr>
        <p:txBody>
          <a:bodyPr wrap="square" lIns="0" tIns="0" rIns="0" bIns="0" rtlCol="0" anchor="ctr"/>
          <a:lstStyle/>
          <a:p>
            <a:pPr indent="0" marL="0">
              <a:buNone/>
            </a:pPr>
            <a:r>
              <a:rPr lang="en-US" sz="1200" spc="200" kern="0" dirty="0">
                <a:solidFill>
                  <a:srgbClr val="DFE3E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105156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Anger in Congress is a jersey.</a:t>
            </a:r>
            <a:endParaRPr lang="en-US" sz="4400" dirty="0"/>
          </a:p>
        </p:txBody>
      </p:sp>
      <p:sp>
        <p:nvSpPr>
          <p:cNvPr id="4" name="Text 2"/>
          <p:cNvSpPr txBox="1"/>
          <p:nvPr/>
        </p:nvSpPr>
        <p:spPr>
          <a:xfrm>
            <a:off x="548640" y="2240280"/>
            <a:ext cx="6766560" cy="1828800"/>
          </a:xfrm>
          <a:prstGeom prst="rect">
            <a:avLst/>
          </a:prstGeom>
          <a:noFill/>
          <a:ln/>
        </p:spPr>
        <p:txBody>
          <a:bodyPr wrap="square" lIns="0" tIns="0" rIns="0" bIns="0" rtlCol="0" anchor="t"/>
          <a:lstStyle/>
          <a:p>
            <a:pPr indent="0" marL="0">
              <a:buNone/>
            </a:pPr>
            <a:r>
              <a:rPr lang="en-US" sz="1600" dirty="0">
                <a:solidFill>
                  <a:srgbClr val="EEF1F7"/>
                </a:solidFill>
                <a:latin typeface="Calibri" pitchFamily="34" charset="0"/>
                <a:ea typeface="Calibri" pitchFamily="34" charset="-122"/>
                <a:cs typeface="Calibri" pitchFamily="34" charset="-120"/>
              </a:rPr>
              <a:t>You put it on when your side loses the White House and take it off when you win. It does not spread evenly. It jumps to the losing party, concentrates on a handful of lightning rods, ratchets the baseline up each cycle, and it is loudest at 2 am, in October, during a shutdown.</a:t>
            </a:r>
            <a:endParaRPr lang="en-US" sz="1600" dirty="0"/>
          </a:p>
        </p:txBody>
      </p:sp>
      <p:sp>
        <p:nvSpPr>
          <p:cNvPr id="5" name="Text 3"/>
          <p:cNvSpPr txBox="1"/>
          <p:nvPr/>
        </p:nvSpPr>
        <p:spPr>
          <a:xfrm>
            <a:off x="548640" y="4206240"/>
            <a:ext cx="6766560" cy="2103120"/>
          </a:xfrm>
          <a:prstGeom prst="rect">
            <a:avLst/>
          </a:prstGeom>
          <a:noFill/>
          <a:ln/>
        </p:spPr>
        <p:txBody>
          <a:bodyPr wrap="square" lIns="0" tIns="0" rIns="0" bIns="0" rtlCol="0" anchor="t"/>
          <a:lstStyle/>
          <a:p>
            <a:pPr indent="0" marL="0">
              <a:spcAft>
                <a:spcPts val="800"/>
              </a:spcAft>
              <a:buNone/>
            </a:pPr>
            <a:r>
              <a:rPr lang="en-US" sz="1150" b="1" dirty="0">
                <a:solidFill>
                  <a:srgbClr val="DFE3EC"/>
                </a:solidFill>
                <a:latin typeface="Calibri" pitchFamily="34" charset="0"/>
                <a:ea typeface="Calibri" pitchFamily="34" charset="-122"/>
                <a:cs typeface="Calibri" pitchFamily="34" charset="-120"/>
              </a:rPr>
              <a:t>Limits. </a:t>
            </a:r>
            <a:pPr indent="0" marL="0">
              <a:spcAft>
                <a:spcPts val="800"/>
              </a:spcAft>
              <a:buNone/>
            </a:pPr>
            <a:r>
              <a:rPr lang="en-US" sz="1150" dirty="0">
                <a:solidFill>
                  <a:srgbClr val="DFE3EC"/>
                </a:solidFill>
                <a:latin typeface="Calibri" pitchFamily="34" charset="0"/>
                <a:ea typeface="Calibri" pitchFamily="34" charset="-122"/>
                <a:cs typeface="Calibri" pitchFamily="34" charset="-120"/>
              </a:rPr>
              <a:t>Scores are model estimates, spot-checked by hand. Hours use home-state time, which is wrong when a member is in Washington. The 2023 to 2024 collection has almost no retweets. We see explicit public call-outs only, not replies or quote tweets.</a:t>
            </a:r>
            <a:endParaRPr lang="en-US" sz="1150" dirty="0"/>
          </a:p>
          <a:p>
            <a:pPr indent="0" marL="0">
              <a:spcAft>
                <a:spcPts val="800"/>
              </a:spcAft>
              <a:buNone/>
            </a:pPr>
            <a:r>
              <a:rPr lang="en-US" sz="1150" b="1" dirty="0">
                <a:solidFill>
                  <a:srgbClr val="DFE3EC"/>
                </a:solidFill>
                <a:latin typeface="Calibri" pitchFamily="34" charset="0"/>
                <a:ea typeface="Calibri" pitchFamily="34" charset="-122"/>
                <a:cs typeface="Calibri" pitchFamily="34" charset="-120"/>
              </a:rPr>
              <a:t>Next. </a:t>
            </a:r>
            <a:pPr indent="0" marL="0">
              <a:spcAft>
                <a:spcPts val="800"/>
              </a:spcAft>
              <a:buNone/>
            </a:pPr>
            <a:r>
              <a:rPr lang="en-US" sz="1150" dirty="0">
                <a:solidFill>
                  <a:srgbClr val="DFE3EC"/>
                </a:solidFill>
                <a:latin typeface="Calibri" pitchFamily="34" charset="0"/>
                <a:ea typeface="Calibri" pitchFamily="34" charset="-122"/>
                <a:cs typeface="Calibri" pitchFamily="34" charset="-120"/>
              </a:rPr>
              <a:t>The other ten emotions are already scored: fear should spike on shootings and COVID where anger spikes on shutdowns. Per-member change points ("the day X stopped being nice"). A weekday vs weekend split, which is probably a staff vs member split.</a:t>
            </a:r>
            <a:endParaRPr lang="en-US" sz="1150" dirty="0"/>
          </a:p>
        </p:txBody>
      </p:sp>
      <p:sp>
        <p:nvSpPr>
          <p:cNvPr id="6" name="Shape 4"/>
          <p:cNvSpPr/>
          <p:nvPr/>
        </p:nvSpPr>
        <p:spPr>
          <a:xfrm>
            <a:off x="7863840" y="2240280"/>
            <a:ext cx="3749040" cy="1097280"/>
          </a:xfrm>
          <a:prstGeom prst="roundRect">
            <a:avLst>
              <a:gd name="adj" fmla="val 6667"/>
            </a:avLst>
          </a:prstGeom>
          <a:solidFill>
            <a:srgbClr val="5C6885"/>
          </a:solidFill>
          <a:ln w="12700">
            <a:solidFill>
              <a:srgbClr val="5C6885"/>
            </a:solidFill>
            <a:prstDash val="solid"/>
          </a:ln>
        </p:spPr>
      </p:sp>
      <p:sp>
        <p:nvSpPr>
          <p:cNvPr id="7" name="Text 5"/>
          <p:cNvSpPr txBox="1"/>
          <p:nvPr/>
        </p:nvSpPr>
        <p:spPr>
          <a:xfrm>
            <a:off x="8046720" y="2331720"/>
            <a:ext cx="338328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Web story</a:t>
            </a:r>
            <a:endParaRPr lang="en-US" sz="1500" dirty="0"/>
          </a:p>
        </p:txBody>
      </p:sp>
      <p:sp>
        <p:nvSpPr>
          <p:cNvPr id="8" name="Text 6"/>
          <p:cNvSpPr txBox="1"/>
          <p:nvPr/>
        </p:nvSpPr>
        <p:spPr>
          <a:xfrm>
            <a:off x="8046720" y="2697480"/>
            <a:ext cx="3383280" cy="594360"/>
          </a:xfrm>
          <a:prstGeom prst="rect">
            <a:avLst/>
          </a:prstGeom>
          <a:noFill/>
          <a:ln/>
        </p:spPr>
        <p:txBody>
          <a:bodyPr wrap="square" lIns="0" tIns="0" rIns="0" bIns="0" rtlCol="0" anchor="t"/>
          <a:lstStyle/>
          <a:p>
            <a:pPr indent="0" marL="0">
              <a:buNone/>
            </a:pPr>
            <a:r>
              <a:rPr lang="en-US" sz="1050" dirty="0">
                <a:solidFill>
                  <a:srgbClr val="EEF1F7"/>
                </a:solidFill>
                <a:latin typeface="Calibri" pitchFamily="34" charset="0"/>
                <a:ea typeface="Calibri" pitchFamily="34" charset="-122"/>
                <a:cs typeface="Calibri" pitchFamily="34" charset="-120"/>
              </a:rPr>
              <a:t>six chapters, two animated interludes: a day on the Hill, and the parties' emotional distance as Gone with the Wind</a:t>
            </a:r>
            <a:endParaRPr lang="en-US" sz="1050" dirty="0"/>
          </a:p>
        </p:txBody>
      </p:sp>
      <p:sp>
        <p:nvSpPr>
          <p:cNvPr id="9" name="Shape 7"/>
          <p:cNvSpPr/>
          <p:nvPr/>
        </p:nvSpPr>
        <p:spPr>
          <a:xfrm>
            <a:off x="7863840" y="3474720"/>
            <a:ext cx="3749040" cy="1097280"/>
          </a:xfrm>
          <a:prstGeom prst="roundRect">
            <a:avLst>
              <a:gd name="adj" fmla="val 6667"/>
            </a:avLst>
          </a:prstGeom>
          <a:solidFill>
            <a:srgbClr val="5C6885"/>
          </a:solidFill>
          <a:ln w="12700">
            <a:solidFill>
              <a:srgbClr val="5C6885"/>
            </a:solidFill>
            <a:prstDash val="solid"/>
          </a:ln>
        </p:spPr>
      </p:sp>
      <p:sp>
        <p:nvSpPr>
          <p:cNvPr id="10" name="Text 8"/>
          <p:cNvSpPr txBox="1"/>
          <p:nvPr/>
        </p:nvSpPr>
        <p:spPr>
          <a:xfrm>
            <a:off x="8046720" y="3566160"/>
            <a:ext cx="338328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marimo notebook</a:t>
            </a:r>
            <a:endParaRPr lang="en-US" sz="1500" dirty="0"/>
          </a:p>
        </p:txBody>
      </p:sp>
      <p:sp>
        <p:nvSpPr>
          <p:cNvPr id="11" name="Text 9"/>
          <p:cNvSpPr txBox="1"/>
          <p:nvPr/>
        </p:nvSpPr>
        <p:spPr>
          <a:xfrm>
            <a:off x="8046720" y="3931920"/>
            <a:ext cx="3383280" cy="594360"/>
          </a:xfrm>
          <a:prstGeom prst="rect">
            <a:avLst/>
          </a:prstGeom>
          <a:noFill/>
          <a:ln/>
        </p:spPr>
        <p:txBody>
          <a:bodyPr wrap="square" lIns="0" tIns="0" rIns="0" bIns="0" rtlCol="0" anchor="t"/>
          <a:lstStyle/>
          <a:p>
            <a:pPr indent="0" marL="0">
              <a:buNone/>
            </a:pPr>
            <a:r>
              <a:rPr lang="en-US" sz="1050" dirty="0">
                <a:solidFill>
                  <a:srgbClr val="EEF1F7"/>
                </a:solidFill>
                <a:latin typeface="Calibri" pitchFamily="34" charset="0"/>
                <a:ea typeface="Calibri" pitchFamily="34" charset="-122"/>
                <a:cs typeface="Calibri" pitchFamily="34" charset="-120"/>
              </a:rPr>
              <a:t>every chart interactive, the forecast as a function, a custom anywidget, on molab</a:t>
            </a:r>
            <a:endParaRPr lang="en-US" sz="1050" dirty="0"/>
          </a:p>
        </p:txBody>
      </p:sp>
      <p:sp>
        <p:nvSpPr>
          <p:cNvPr id="12" name="Shape 10"/>
          <p:cNvSpPr/>
          <p:nvPr/>
        </p:nvSpPr>
        <p:spPr>
          <a:xfrm>
            <a:off x="7863840" y="4709160"/>
            <a:ext cx="3749040" cy="1097280"/>
          </a:xfrm>
          <a:prstGeom prst="roundRect">
            <a:avLst>
              <a:gd name="adj" fmla="val 6667"/>
            </a:avLst>
          </a:prstGeom>
          <a:solidFill>
            <a:srgbClr val="5C6885"/>
          </a:solidFill>
          <a:ln w="12700">
            <a:solidFill>
              <a:srgbClr val="5C6885"/>
            </a:solidFill>
            <a:prstDash val="solid"/>
          </a:ln>
        </p:spPr>
      </p:sp>
      <p:sp>
        <p:nvSpPr>
          <p:cNvPr id="13" name="Text 11"/>
          <p:cNvSpPr txBox="1"/>
          <p:nvPr/>
        </p:nvSpPr>
        <p:spPr>
          <a:xfrm>
            <a:off x="8046720" y="4800600"/>
            <a:ext cx="338328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Pipeline</a:t>
            </a:r>
            <a:endParaRPr lang="en-US" sz="1500" dirty="0"/>
          </a:p>
        </p:txBody>
      </p:sp>
      <p:sp>
        <p:nvSpPr>
          <p:cNvPr id="14" name="Text 12"/>
          <p:cNvSpPr txBox="1"/>
          <p:nvPr/>
        </p:nvSpPr>
        <p:spPr>
          <a:xfrm>
            <a:off x="8046720" y="5166360"/>
            <a:ext cx="3383280" cy="594360"/>
          </a:xfrm>
          <a:prstGeom prst="rect">
            <a:avLst/>
          </a:prstGeom>
          <a:noFill/>
          <a:ln/>
        </p:spPr>
        <p:txBody>
          <a:bodyPr wrap="square" lIns="0" tIns="0" rIns="0" bIns="0" rtlCol="0" anchor="t"/>
          <a:lstStyle/>
          <a:p>
            <a:pPr indent="0" marL="0">
              <a:buNone/>
            </a:pPr>
            <a:r>
              <a:rPr lang="en-US" sz="1050" dirty="0">
                <a:solidFill>
                  <a:srgbClr val="EEF1F7"/>
                </a:solidFill>
                <a:latin typeface="Calibri" pitchFamily="34" charset="0"/>
                <a:ea typeface="Calibri" pitchFamily="34" charset="-122"/>
                <a:cs typeface="Calibri" pitchFamily="34" charset="-120"/>
              </a:rPr>
              <a:t>reproducible from the raw parquet: match, enrich, label on GPU, analyze, export</a:t>
            </a:r>
            <a:endParaRPr lang="en-US" sz="1050" dirty="0"/>
          </a:p>
        </p:txBody>
      </p:sp>
      <p:sp>
        <p:nvSpPr>
          <p:cNvPr id="15" name="Text 13"/>
          <p:cNvSpPr txBox="1"/>
          <p:nvPr/>
        </p:nvSpPr>
        <p:spPr>
          <a:xfrm>
            <a:off x="548640" y="6263640"/>
            <a:ext cx="7315200" cy="320040"/>
          </a:xfrm>
          <a:prstGeom prst="rect">
            <a:avLst/>
          </a:prstGeom>
          <a:noFill/>
          <a:ln/>
        </p:spPr>
        <p:txBody>
          <a:bodyPr wrap="square" lIns="0" tIns="0" rIns="0" bIns="0" rtlCol="0" anchor="ctr"/>
          <a:lstStyle/>
          <a:p>
            <a:pPr indent="0" marL="0">
              <a:buNone/>
            </a:pPr>
            <a:r>
              <a:rPr lang="en-US" sz="1100" dirty="0">
                <a:solidFill>
                  <a:srgbClr val="CFD5E3"/>
                </a:solidFill>
                <a:latin typeface="Courier New" pitchFamily="34" charset="0"/>
                <a:ea typeface="Courier New" pitchFamily="34" charset="-122"/>
                <a:cs typeface="Courier New" pitchFamily="34" charset="-120"/>
              </a:rPr>
              <a:t>github.com/biniyam112/hophacks-congress-anger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What's making US angry?</dc:title>
  <dc:subject>PptxGenJS Presentation</dc:subject>
  <dc:creator>PptxGenJS</dc:creator>
  <cp:lastModifiedBy>PptxGenJS</cp:lastModifiedBy>
  <cp:revision>1</cp:revision>
  <dcterms:created xsi:type="dcterms:W3CDTF">2026-09-20T05:34:56Z</dcterms:created>
  <dcterms:modified xsi:type="dcterms:W3CDTF">2026-09-20T05:34:56Z</dcterms:modified>
</cp:coreProperties>
</file>